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276" r:id="rId2"/>
    <p:sldId id="274" r:id="rId3"/>
    <p:sldId id="257" r:id="rId4"/>
    <p:sldId id="277" r:id="rId5"/>
    <p:sldId id="278" r:id="rId6"/>
    <p:sldId id="279" r:id="rId7"/>
    <p:sldId id="262" r:id="rId8"/>
    <p:sldId id="283" r:id="rId9"/>
    <p:sldId id="263" r:id="rId10"/>
    <p:sldId id="264" r:id="rId11"/>
    <p:sldId id="265" r:id="rId12"/>
    <p:sldId id="266" r:id="rId13"/>
    <p:sldId id="280" r:id="rId14"/>
    <p:sldId id="281" r:id="rId15"/>
    <p:sldId id="270" r:id="rId16"/>
    <p:sldId id="271" r:id="rId17"/>
    <p:sldId id="272" r:id="rId18"/>
    <p:sldId id="273" r:id="rId19"/>
    <p:sldId id="275" r:id="rId20"/>
  </p:sldIdLst>
  <p:sldSz cx="9144000" cy="6858000" type="screen4x3"/>
  <p:notesSz cx="7559675" cy="10691813"/>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2D35F3-D280-4675-B996-8F5F6854D0B2}" v="87" dt="2026-06-14T20:48:21.7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332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der Tavares" userId="249be3cf-3472-4268-adf0-5fe692c3576b" providerId="ADAL" clId="{F68E6760-C0F3-42F6-B7CC-38AF06D8AAE9}"/>
    <pc:docChg chg="undo custSel addSld delSld modSld sldOrd">
      <pc:chgData name="Jader Tavares" userId="249be3cf-3472-4268-adf0-5fe692c3576b" providerId="ADAL" clId="{F68E6760-C0F3-42F6-B7CC-38AF06D8AAE9}" dt="2026-06-14T20:49:26.361" v="1194" actId="20577"/>
      <pc:docMkLst>
        <pc:docMk/>
      </pc:docMkLst>
      <pc:sldChg chg="del">
        <pc:chgData name="Jader Tavares" userId="249be3cf-3472-4268-adf0-5fe692c3576b" providerId="ADAL" clId="{F68E6760-C0F3-42F6-B7CC-38AF06D8AAE9}" dt="2026-06-14T18:12:15.923" v="78" actId="2696"/>
        <pc:sldMkLst>
          <pc:docMk/>
          <pc:sldMk cId="0" sldId="256"/>
        </pc:sldMkLst>
      </pc:sldChg>
      <pc:sldChg chg="addSp delSp modSp new mod">
        <pc:chgData name="Jader Tavares" userId="249be3cf-3472-4268-adf0-5fe692c3576b" providerId="ADAL" clId="{F68E6760-C0F3-42F6-B7CC-38AF06D8AAE9}" dt="2026-06-14T20:11:09.493" v="645" actId="20577"/>
        <pc:sldMkLst>
          <pc:docMk/>
          <pc:sldMk cId="2181129650" sldId="257"/>
        </pc:sldMkLst>
        <pc:spChg chg="mod">
          <ac:chgData name="Jader Tavares" userId="249be3cf-3472-4268-adf0-5fe692c3576b" providerId="ADAL" clId="{F68E6760-C0F3-42F6-B7CC-38AF06D8AAE9}" dt="2026-06-14T20:11:09.493" v="645" actId="20577"/>
          <ac:spMkLst>
            <pc:docMk/>
            <pc:sldMk cId="2181129650" sldId="257"/>
            <ac:spMk id="2" creationId="{B05DB13A-4917-23F2-65E0-9F5D5D7A9D79}"/>
          </ac:spMkLst>
        </pc:spChg>
        <pc:spChg chg="mod">
          <ac:chgData name="Jader Tavares" userId="249be3cf-3472-4268-adf0-5fe692c3576b" providerId="ADAL" clId="{F68E6760-C0F3-42F6-B7CC-38AF06D8AAE9}" dt="2026-06-14T19:50:56.484" v="542" actId="113"/>
          <ac:spMkLst>
            <pc:docMk/>
            <pc:sldMk cId="2181129650" sldId="257"/>
            <ac:spMk id="3" creationId="{56F1A036-8E09-080C-FAB3-449F09F05BFE}"/>
          </ac:spMkLst>
        </pc:spChg>
        <pc:spChg chg="add del mod">
          <ac:chgData name="Jader Tavares" userId="249be3cf-3472-4268-adf0-5fe692c3576b" providerId="ADAL" clId="{F68E6760-C0F3-42F6-B7CC-38AF06D8AAE9}" dt="2026-06-14T19:44:48.858" v="377" actId="478"/>
          <ac:spMkLst>
            <pc:docMk/>
            <pc:sldMk cId="2181129650" sldId="257"/>
            <ac:spMk id="7" creationId="{601785AD-7B58-A527-94B8-E3B51819D4E5}"/>
          </ac:spMkLst>
        </pc:spChg>
        <pc:spChg chg="add">
          <ac:chgData name="Jader Tavares" userId="249be3cf-3472-4268-adf0-5fe692c3576b" providerId="ADAL" clId="{F68E6760-C0F3-42F6-B7CC-38AF06D8AAE9}" dt="2026-06-14T19:45:48.707" v="379"/>
          <ac:spMkLst>
            <pc:docMk/>
            <pc:sldMk cId="2181129650" sldId="257"/>
            <ac:spMk id="8" creationId="{CCF16EA9-B338-F53B-4B9E-9FB5D22C39DD}"/>
          </ac:spMkLst>
        </pc:spChg>
        <pc:spChg chg="add mod">
          <ac:chgData name="Jader Tavares" userId="249be3cf-3472-4268-adf0-5fe692c3576b" providerId="ADAL" clId="{F68E6760-C0F3-42F6-B7CC-38AF06D8AAE9}" dt="2026-06-14T20:00:29.073" v="588" actId="1076"/>
          <ac:spMkLst>
            <pc:docMk/>
            <pc:sldMk cId="2181129650" sldId="257"/>
            <ac:spMk id="12" creationId="{E9835C6E-C8C7-C670-BD31-736E0DA160D2}"/>
          </ac:spMkLst>
        </pc:spChg>
        <pc:picChg chg="add del mod">
          <ac:chgData name="Jader Tavares" userId="249be3cf-3472-4268-adf0-5fe692c3576b" providerId="ADAL" clId="{F68E6760-C0F3-42F6-B7CC-38AF06D8AAE9}" dt="2026-06-14T19:45:48.410" v="378" actId="478"/>
          <ac:picMkLst>
            <pc:docMk/>
            <pc:sldMk cId="2181129650" sldId="257"/>
            <ac:picMk id="5" creationId="{0B62A1FB-0F5C-E996-CCB3-670066276121}"/>
          </ac:picMkLst>
        </pc:picChg>
        <pc:picChg chg="add mod modCrop">
          <ac:chgData name="Jader Tavares" userId="249be3cf-3472-4268-adf0-5fe692c3576b" providerId="ADAL" clId="{F68E6760-C0F3-42F6-B7CC-38AF06D8AAE9}" dt="2026-06-14T20:00:26.818" v="587" actId="1076"/>
          <ac:picMkLst>
            <pc:docMk/>
            <pc:sldMk cId="2181129650" sldId="257"/>
            <ac:picMk id="10" creationId="{612AB4A0-E45D-618E-39D2-C02AD79A68EB}"/>
          </ac:picMkLst>
        </pc:picChg>
      </pc:sldChg>
      <pc:sldChg chg="addSp delSp modSp new mod ord">
        <pc:chgData name="Jader Tavares" userId="249be3cf-3472-4268-adf0-5fe692c3576b" providerId="ADAL" clId="{F68E6760-C0F3-42F6-B7CC-38AF06D8AAE9}" dt="2026-06-14T18:33:57.930" v="258" actId="1076"/>
        <pc:sldMkLst>
          <pc:docMk/>
          <pc:sldMk cId="3286120659" sldId="258"/>
        </pc:sldMkLst>
        <pc:spChg chg="mod">
          <ac:chgData name="Jader Tavares" userId="249be3cf-3472-4268-adf0-5fe692c3576b" providerId="ADAL" clId="{F68E6760-C0F3-42F6-B7CC-38AF06D8AAE9}" dt="2026-06-14T18:14:06.332" v="148" actId="1076"/>
          <ac:spMkLst>
            <pc:docMk/>
            <pc:sldMk cId="3286120659" sldId="258"/>
            <ac:spMk id="2" creationId="{E7555468-87F2-0C7A-D37E-C9FE1B148916}"/>
          </ac:spMkLst>
        </pc:spChg>
        <pc:spChg chg="del mod">
          <ac:chgData name="Jader Tavares" userId="249be3cf-3472-4268-adf0-5fe692c3576b" providerId="ADAL" clId="{F68E6760-C0F3-42F6-B7CC-38AF06D8AAE9}" dt="2026-06-14T18:12:47.999" v="79" actId="478"/>
          <ac:spMkLst>
            <pc:docMk/>
            <pc:sldMk cId="3286120659" sldId="258"/>
            <ac:spMk id="3" creationId="{3FE5CACB-CCA8-25DD-72E5-6EEC83A0A526}"/>
          </ac:spMkLst>
        </pc:spChg>
        <pc:spChg chg="add mod">
          <ac:chgData name="Jader Tavares" userId="249be3cf-3472-4268-adf0-5fe692c3576b" providerId="ADAL" clId="{F68E6760-C0F3-42F6-B7CC-38AF06D8AAE9}" dt="2026-06-14T18:33:57.930" v="258" actId="1076"/>
          <ac:spMkLst>
            <pc:docMk/>
            <pc:sldMk cId="3286120659" sldId="258"/>
            <ac:spMk id="4" creationId="{70027703-E833-7FAB-1D78-1BAD101499A2}"/>
          </ac:spMkLst>
        </pc:spChg>
        <pc:spChg chg="add mod">
          <ac:chgData name="Jader Tavares" userId="249be3cf-3472-4268-adf0-5fe692c3576b" providerId="ADAL" clId="{F68E6760-C0F3-42F6-B7CC-38AF06D8AAE9}" dt="2026-06-14T18:15:06.344" v="241" actId="20577"/>
          <ac:spMkLst>
            <pc:docMk/>
            <pc:sldMk cId="3286120659" sldId="258"/>
            <ac:spMk id="6" creationId="{4C28C266-2F91-E5F6-D955-BA52BC43F3FB}"/>
          </ac:spMkLst>
        </pc:spChg>
      </pc:sldChg>
      <pc:sldChg chg="new del">
        <pc:chgData name="Jader Tavares" userId="249be3cf-3472-4268-adf0-5fe692c3576b" providerId="ADAL" clId="{F68E6760-C0F3-42F6-B7CC-38AF06D8AAE9}" dt="2026-06-14T20:37:55.111" v="1070" actId="2696"/>
        <pc:sldMkLst>
          <pc:docMk/>
          <pc:sldMk cId="4134556782" sldId="259"/>
        </pc:sldMkLst>
      </pc:sldChg>
      <pc:sldChg chg="addSp delSp modSp new del mod">
        <pc:chgData name="Jader Tavares" userId="249be3cf-3472-4268-adf0-5fe692c3576b" providerId="ADAL" clId="{F68E6760-C0F3-42F6-B7CC-38AF06D8AAE9}" dt="2026-06-14T20:09:34.800" v="635" actId="2696"/>
        <pc:sldMkLst>
          <pc:docMk/>
          <pc:sldMk cId="2161412695" sldId="260"/>
        </pc:sldMkLst>
        <pc:spChg chg="add">
          <ac:chgData name="Jader Tavares" userId="249be3cf-3472-4268-adf0-5fe692c3576b" providerId="ADAL" clId="{F68E6760-C0F3-42F6-B7CC-38AF06D8AAE9}" dt="2026-06-14T19:38:24.997" v="305"/>
          <ac:spMkLst>
            <pc:docMk/>
            <pc:sldMk cId="2161412695" sldId="260"/>
            <ac:spMk id="7" creationId="{093C78CC-551D-4B77-93F1-1A692F921494}"/>
          </ac:spMkLst>
        </pc:spChg>
        <pc:picChg chg="add del mod">
          <ac:chgData name="Jader Tavares" userId="249be3cf-3472-4268-adf0-5fe692c3576b" providerId="ADAL" clId="{F68E6760-C0F3-42F6-B7CC-38AF06D8AAE9}" dt="2026-06-14T19:58:15.229" v="583" actId="478"/>
          <ac:picMkLst>
            <pc:docMk/>
            <pc:sldMk cId="2161412695" sldId="260"/>
            <ac:picMk id="5" creationId="{48A044B4-BC03-7FBD-3190-F7D80D7C42E4}"/>
          </ac:picMkLst>
        </pc:picChg>
        <pc:picChg chg="add del mod">
          <ac:chgData name="Jader Tavares" userId="249be3cf-3472-4268-adf0-5fe692c3576b" providerId="ADAL" clId="{F68E6760-C0F3-42F6-B7CC-38AF06D8AAE9}" dt="2026-06-14T19:58:16.597" v="584" actId="478"/>
          <ac:picMkLst>
            <pc:docMk/>
            <pc:sldMk cId="2161412695" sldId="260"/>
            <ac:picMk id="6" creationId="{63A8E7CB-1832-4E5C-FB67-BE0FACBE4EA7}"/>
          </ac:picMkLst>
        </pc:picChg>
        <pc:picChg chg="add del mod">
          <ac:chgData name="Jader Tavares" userId="249be3cf-3472-4268-adf0-5fe692c3576b" providerId="ADAL" clId="{F68E6760-C0F3-42F6-B7CC-38AF06D8AAE9}" dt="2026-06-14T19:58:17.231" v="585" actId="478"/>
          <ac:picMkLst>
            <pc:docMk/>
            <pc:sldMk cId="2161412695" sldId="260"/>
            <ac:picMk id="9" creationId="{D53793B8-C745-022D-A2DE-8949CAC4C8A2}"/>
          </ac:picMkLst>
        </pc:picChg>
      </pc:sldChg>
      <pc:sldChg chg="modSp add del mod">
        <pc:chgData name="Jader Tavares" userId="249be3cf-3472-4268-adf0-5fe692c3576b" providerId="ADAL" clId="{F68E6760-C0F3-42F6-B7CC-38AF06D8AAE9}" dt="2026-06-14T19:54:44.269" v="549" actId="2696"/>
        <pc:sldMkLst>
          <pc:docMk/>
          <pc:sldMk cId="394805835" sldId="261"/>
        </pc:sldMkLst>
        <pc:spChg chg="mod">
          <ac:chgData name="Jader Tavares" userId="249be3cf-3472-4268-adf0-5fe692c3576b" providerId="ADAL" clId="{F68E6760-C0F3-42F6-B7CC-38AF06D8AAE9}" dt="2026-06-14T19:54:30.361" v="548" actId="20577"/>
          <ac:spMkLst>
            <pc:docMk/>
            <pc:sldMk cId="394805835" sldId="261"/>
            <ac:spMk id="3" creationId="{7EFF5B63-B1A3-DE65-0DA4-43E6804D1255}"/>
          </ac:spMkLst>
        </pc:spChg>
      </pc:sldChg>
      <pc:sldChg chg="add del">
        <pc:chgData name="Jader Tavares" userId="249be3cf-3472-4268-adf0-5fe692c3576b" providerId="ADAL" clId="{F68E6760-C0F3-42F6-B7CC-38AF06D8AAE9}" dt="2026-06-14T19:54:51.407" v="551" actId="2696"/>
        <pc:sldMkLst>
          <pc:docMk/>
          <pc:sldMk cId="1699214494" sldId="261"/>
        </pc:sldMkLst>
      </pc:sldChg>
      <pc:sldChg chg="add del">
        <pc:chgData name="Jader Tavares" userId="249be3cf-3472-4268-adf0-5fe692c3576b" providerId="ADAL" clId="{F68E6760-C0F3-42F6-B7CC-38AF06D8AAE9}" dt="2026-06-14T19:55:09.311" v="554" actId="2696"/>
        <pc:sldMkLst>
          <pc:docMk/>
          <pc:sldMk cId="2453815532" sldId="261"/>
        </pc:sldMkLst>
      </pc:sldChg>
      <pc:sldChg chg="addSp delSp modSp add mod">
        <pc:chgData name="Jader Tavares" userId="249be3cf-3472-4268-adf0-5fe692c3576b" providerId="ADAL" clId="{F68E6760-C0F3-42F6-B7CC-38AF06D8AAE9}" dt="2026-06-14T20:13:24.658" v="674" actId="14100"/>
        <pc:sldMkLst>
          <pc:docMk/>
          <pc:sldMk cId="4111387767" sldId="262"/>
        </pc:sldMkLst>
        <pc:spChg chg="del">
          <ac:chgData name="Jader Tavares" userId="249be3cf-3472-4268-adf0-5fe692c3576b" providerId="ADAL" clId="{F68E6760-C0F3-42F6-B7CC-38AF06D8AAE9}" dt="2026-06-14T20:08:31.593" v="633" actId="478"/>
          <ac:spMkLst>
            <pc:docMk/>
            <pc:sldMk cId="4111387767" sldId="262"/>
            <ac:spMk id="2" creationId="{0B7B2192-91A9-EFC5-4B97-191CE0E4CAE0}"/>
          </ac:spMkLst>
        </pc:spChg>
        <pc:spChg chg="mod">
          <ac:chgData name="Jader Tavares" userId="249be3cf-3472-4268-adf0-5fe692c3576b" providerId="ADAL" clId="{F68E6760-C0F3-42F6-B7CC-38AF06D8AAE9}" dt="2026-06-14T20:13:24.658" v="674" actId="14100"/>
          <ac:spMkLst>
            <pc:docMk/>
            <pc:sldMk cId="4111387767" sldId="262"/>
            <ac:spMk id="3" creationId="{42A35CB9-412B-BD4D-7CD6-6C74E9D8AEF5}"/>
          </ac:spMkLst>
        </pc:spChg>
        <pc:spChg chg="add del mod">
          <ac:chgData name="Jader Tavares" userId="249be3cf-3472-4268-adf0-5fe692c3576b" providerId="ADAL" clId="{F68E6760-C0F3-42F6-B7CC-38AF06D8AAE9}" dt="2026-06-14T20:01:41.891" v="597" actId="478"/>
          <ac:spMkLst>
            <pc:docMk/>
            <pc:sldMk cId="4111387767" sldId="262"/>
            <ac:spMk id="8" creationId="{655418AC-7AB9-B0B2-8324-514FA861ED4B}"/>
          </ac:spMkLst>
        </pc:spChg>
        <pc:spChg chg="add del mod">
          <ac:chgData name="Jader Tavares" userId="249be3cf-3472-4268-adf0-5fe692c3576b" providerId="ADAL" clId="{F68E6760-C0F3-42F6-B7CC-38AF06D8AAE9}" dt="2026-06-14T20:01:44.400" v="598" actId="478"/>
          <ac:spMkLst>
            <pc:docMk/>
            <pc:sldMk cId="4111387767" sldId="262"/>
            <ac:spMk id="11" creationId="{20910353-7081-C885-9AD2-2857E8F2B8EB}"/>
          </ac:spMkLst>
        </pc:spChg>
        <pc:spChg chg="del mod">
          <ac:chgData name="Jader Tavares" userId="249be3cf-3472-4268-adf0-5fe692c3576b" providerId="ADAL" clId="{F68E6760-C0F3-42F6-B7CC-38AF06D8AAE9}" dt="2026-06-14T20:13:21.706" v="673" actId="478"/>
          <ac:spMkLst>
            <pc:docMk/>
            <pc:sldMk cId="4111387767" sldId="262"/>
            <ac:spMk id="12" creationId="{6D589512-2C9A-6320-2013-2232A10DCFC3}"/>
          </ac:spMkLst>
        </pc:spChg>
        <pc:spChg chg="add del mod">
          <ac:chgData name="Jader Tavares" userId="249be3cf-3472-4268-adf0-5fe692c3576b" providerId="ADAL" clId="{F68E6760-C0F3-42F6-B7CC-38AF06D8AAE9}" dt="2026-06-14T20:08:33.166" v="634" actId="478"/>
          <ac:spMkLst>
            <pc:docMk/>
            <pc:sldMk cId="4111387767" sldId="262"/>
            <ac:spMk id="14" creationId="{6877F0E4-10A3-1B5B-0030-E5740BD4BA41}"/>
          </ac:spMkLst>
        </pc:spChg>
        <pc:spChg chg="add mod">
          <ac:chgData name="Jader Tavares" userId="249be3cf-3472-4268-adf0-5fe692c3576b" providerId="ADAL" clId="{F68E6760-C0F3-42F6-B7CC-38AF06D8AAE9}" dt="2026-06-14T20:11:47.858" v="651" actId="20577"/>
          <ac:spMkLst>
            <pc:docMk/>
            <pc:sldMk cId="4111387767" sldId="262"/>
            <ac:spMk id="15" creationId="{927CAFC7-C771-0965-F79C-1CC441D6A77E}"/>
          </ac:spMkLst>
        </pc:spChg>
        <pc:picChg chg="add del mod modCrop">
          <ac:chgData name="Jader Tavares" userId="249be3cf-3472-4268-adf0-5fe692c3576b" providerId="ADAL" clId="{F68E6760-C0F3-42F6-B7CC-38AF06D8AAE9}" dt="2026-06-14T20:13:20.286" v="672" actId="478"/>
          <ac:picMkLst>
            <pc:docMk/>
            <pc:sldMk cId="4111387767" sldId="262"/>
            <ac:picMk id="5" creationId="{FD45B5B5-95C0-9574-EB12-E962E350C3B2}"/>
          </ac:picMkLst>
        </pc:picChg>
        <pc:picChg chg="add del mod">
          <ac:chgData name="Jader Tavares" userId="249be3cf-3472-4268-adf0-5fe692c3576b" providerId="ADAL" clId="{F68E6760-C0F3-42F6-B7CC-38AF06D8AAE9}" dt="2026-06-14T20:13:19.877" v="671" actId="478"/>
          <ac:picMkLst>
            <pc:docMk/>
            <pc:sldMk cId="4111387767" sldId="262"/>
            <ac:picMk id="7" creationId="{02973DD1-978C-2907-539B-D52DC9BC50C9}"/>
          </ac:picMkLst>
        </pc:picChg>
        <pc:picChg chg="del">
          <ac:chgData name="Jader Tavares" userId="249be3cf-3472-4268-adf0-5fe692c3576b" providerId="ADAL" clId="{F68E6760-C0F3-42F6-B7CC-38AF06D8AAE9}" dt="2026-06-14T19:56:48.442" v="561" actId="478"/>
          <ac:picMkLst>
            <pc:docMk/>
            <pc:sldMk cId="4111387767" sldId="262"/>
            <ac:picMk id="10" creationId="{C35A510A-AF3B-2D74-60AF-15E59D23639B}"/>
          </ac:picMkLst>
        </pc:picChg>
      </pc:sldChg>
      <pc:sldChg chg="addSp delSp modSp add mod">
        <pc:chgData name="Jader Tavares" userId="249be3cf-3472-4268-adf0-5fe692c3576b" providerId="ADAL" clId="{F68E6760-C0F3-42F6-B7CC-38AF06D8AAE9}" dt="2026-06-14T20:14:41.377" v="693" actId="1076"/>
        <pc:sldMkLst>
          <pc:docMk/>
          <pc:sldMk cId="927012103" sldId="263"/>
        </pc:sldMkLst>
        <pc:spChg chg="del mod">
          <ac:chgData name="Jader Tavares" userId="249be3cf-3472-4268-adf0-5fe692c3576b" providerId="ADAL" clId="{F68E6760-C0F3-42F6-B7CC-38AF06D8AAE9}" dt="2026-06-14T20:13:43.923" v="680" actId="478"/>
          <ac:spMkLst>
            <pc:docMk/>
            <pc:sldMk cId="927012103" sldId="263"/>
            <ac:spMk id="3" creationId="{79A30D9B-A725-82FA-B71D-FE1FCF39498D}"/>
          </ac:spMkLst>
        </pc:spChg>
        <pc:spChg chg="add del mod">
          <ac:chgData name="Jader Tavares" userId="249be3cf-3472-4268-adf0-5fe692c3576b" providerId="ADAL" clId="{F68E6760-C0F3-42F6-B7CC-38AF06D8AAE9}" dt="2026-06-14T20:14:13.621" v="686" actId="478"/>
          <ac:spMkLst>
            <pc:docMk/>
            <pc:sldMk cId="927012103" sldId="263"/>
            <ac:spMk id="4" creationId="{F9D26E6C-4A70-9F59-5774-B67CD2F9E824}"/>
          </ac:spMkLst>
        </pc:spChg>
        <pc:spChg chg="add mod">
          <ac:chgData name="Jader Tavares" userId="249be3cf-3472-4268-adf0-5fe692c3576b" providerId="ADAL" clId="{F68E6760-C0F3-42F6-B7CC-38AF06D8AAE9}" dt="2026-06-14T20:14:41.377" v="693" actId="1076"/>
          <ac:spMkLst>
            <pc:docMk/>
            <pc:sldMk cId="927012103" sldId="263"/>
            <ac:spMk id="6" creationId="{9AC9709C-BB10-34D9-B8DA-45299BBCB226}"/>
          </ac:spMkLst>
        </pc:spChg>
        <pc:spChg chg="add del mod">
          <ac:chgData name="Jader Tavares" userId="249be3cf-3472-4268-adf0-5fe692c3576b" providerId="ADAL" clId="{F68E6760-C0F3-42F6-B7CC-38AF06D8AAE9}" dt="2026-06-14T20:13:16.887" v="669" actId="6549"/>
          <ac:spMkLst>
            <pc:docMk/>
            <pc:sldMk cId="927012103" sldId="263"/>
            <ac:spMk id="12" creationId="{89A0F197-096C-2E9A-F814-15EA46DF61FD}"/>
          </ac:spMkLst>
        </pc:spChg>
        <pc:spChg chg="mod">
          <ac:chgData name="Jader Tavares" userId="249be3cf-3472-4268-adf0-5fe692c3576b" providerId="ADAL" clId="{F68E6760-C0F3-42F6-B7CC-38AF06D8AAE9}" dt="2026-06-14T20:12:18.138" v="654"/>
          <ac:spMkLst>
            <pc:docMk/>
            <pc:sldMk cId="927012103" sldId="263"/>
            <ac:spMk id="15" creationId="{260962BE-DCDA-6B4C-5DE9-CC42C25091BC}"/>
          </ac:spMkLst>
        </pc:spChg>
        <pc:picChg chg="add del">
          <ac:chgData name="Jader Tavares" userId="249be3cf-3472-4268-adf0-5fe692c3576b" providerId="ADAL" clId="{F68E6760-C0F3-42F6-B7CC-38AF06D8AAE9}" dt="2026-06-14T20:13:17.270" v="670" actId="478"/>
          <ac:picMkLst>
            <pc:docMk/>
            <pc:sldMk cId="927012103" sldId="263"/>
            <ac:picMk id="5" creationId="{B6B62C47-8C3E-2F8D-528A-36E428E3E51B}"/>
          </ac:picMkLst>
        </pc:picChg>
        <pc:picChg chg="add del">
          <ac:chgData name="Jader Tavares" userId="249be3cf-3472-4268-adf0-5fe692c3576b" providerId="ADAL" clId="{F68E6760-C0F3-42F6-B7CC-38AF06D8AAE9}" dt="2026-06-14T20:13:16.222" v="667" actId="478"/>
          <ac:picMkLst>
            <pc:docMk/>
            <pc:sldMk cId="927012103" sldId="263"/>
            <ac:picMk id="7" creationId="{14F2379D-5A08-44EA-9146-6FE8F6CFA37E}"/>
          </ac:picMkLst>
        </pc:picChg>
      </pc:sldChg>
      <pc:sldChg chg="addSp delSp modSp add mod">
        <pc:chgData name="Jader Tavares" userId="249be3cf-3472-4268-adf0-5fe692c3576b" providerId="ADAL" clId="{F68E6760-C0F3-42F6-B7CC-38AF06D8AAE9}" dt="2026-06-14T20:24:57.403" v="820" actId="20577"/>
        <pc:sldMkLst>
          <pc:docMk/>
          <pc:sldMk cId="901724401" sldId="264"/>
        </pc:sldMkLst>
        <pc:spChg chg="add">
          <ac:chgData name="Jader Tavares" userId="249be3cf-3472-4268-adf0-5fe692c3576b" providerId="ADAL" clId="{F68E6760-C0F3-42F6-B7CC-38AF06D8AAE9}" dt="2026-06-14T20:17:06.336" v="729"/>
          <ac:spMkLst>
            <pc:docMk/>
            <pc:sldMk cId="901724401" sldId="264"/>
            <ac:spMk id="2" creationId="{84136A4D-F660-CBED-B931-65832608D003}"/>
          </ac:spMkLst>
        </pc:spChg>
        <pc:spChg chg="add mod">
          <ac:chgData name="Jader Tavares" userId="249be3cf-3472-4268-adf0-5fe692c3576b" providerId="ADAL" clId="{F68E6760-C0F3-42F6-B7CC-38AF06D8AAE9}" dt="2026-06-14T20:17:11.331" v="735"/>
          <ac:spMkLst>
            <pc:docMk/>
            <pc:sldMk cId="901724401" sldId="264"/>
            <ac:spMk id="3" creationId="{0D477470-1830-5A85-388B-E9BD534519AF}"/>
          </ac:spMkLst>
        </pc:spChg>
        <pc:spChg chg="mod">
          <ac:chgData name="Jader Tavares" userId="249be3cf-3472-4268-adf0-5fe692c3576b" providerId="ADAL" clId="{F68E6760-C0F3-42F6-B7CC-38AF06D8AAE9}" dt="2026-06-14T20:24:57.403" v="820" actId="20577"/>
          <ac:spMkLst>
            <pc:docMk/>
            <pc:sldMk cId="901724401" sldId="264"/>
            <ac:spMk id="6" creationId="{36F98CA4-B7B2-683F-1062-53934953B162}"/>
          </ac:spMkLst>
        </pc:spChg>
        <pc:spChg chg="del mod">
          <ac:chgData name="Jader Tavares" userId="249be3cf-3472-4268-adf0-5fe692c3576b" providerId="ADAL" clId="{F68E6760-C0F3-42F6-B7CC-38AF06D8AAE9}" dt="2026-06-14T20:18:14.050" v="755" actId="478"/>
          <ac:spMkLst>
            <pc:docMk/>
            <pc:sldMk cId="901724401" sldId="264"/>
            <ac:spMk id="12" creationId="{9EAABE76-CB79-5040-9B59-7CF8D5E07F36}"/>
          </ac:spMkLst>
        </pc:spChg>
        <pc:spChg chg="mod">
          <ac:chgData name="Jader Tavares" userId="249be3cf-3472-4268-adf0-5fe692c3576b" providerId="ADAL" clId="{F68E6760-C0F3-42F6-B7CC-38AF06D8AAE9}" dt="2026-06-14T20:15:08.064" v="697"/>
          <ac:spMkLst>
            <pc:docMk/>
            <pc:sldMk cId="901724401" sldId="264"/>
            <ac:spMk id="15" creationId="{F4C7C6A6-3D08-308D-4D00-F5F63FB6ED4F}"/>
          </ac:spMkLst>
        </pc:spChg>
        <pc:picChg chg="del mod">
          <ac:chgData name="Jader Tavares" userId="249be3cf-3472-4268-adf0-5fe692c3576b" providerId="ADAL" clId="{F68E6760-C0F3-42F6-B7CC-38AF06D8AAE9}" dt="2026-06-14T20:18:12.914" v="754" actId="478"/>
          <ac:picMkLst>
            <pc:docMk/>
            <pc:sldMk cId="901724401" sldId="264"/>
            <ac:picMk id="5" creationId="{F83FF6F9-368D-926D-C36E-1C402D4970F0}"/>
          </ac:picMkLst>
        </pc:picChg>
        <pc:picChg chg="del mod">
          <ac:chgData name="Jader Tavares" userId="249be3cf-3472-4268-adf0-5fe692c3576b" providerId="ADAL" clId="{F68E6760-C0F3-42F6-B7CC-38AF06D8AAE9}" dt="2026-06-14T20:18:12.419" v="753" actId="478"/>
          <ac:picMkLst>
            <pc:docMk/>
            <pc:sldMk cId="901724401" sldId="264"/>
            <ac:picMk id="7" creationId="{115B4DA8-FC6F-A25E-F667-6359745BEE0E}"/>
          </ac:picMkLst>
        </pc:picChg>
      </pc:sldChg>
      <pc:sldChg chg="addSp modSp add mod">
        <pc:chgData name="Jader Tavares" userId="249be3cf-3472-4268-adf0-5fe692c3576b" providerId="ADAL" clId="{F68E6760-C0F3-42F6-B7CC-38AF06D8AAE9}" dt="2026-06-14T20:29:07.883" v="873" actId="1076"/>
        <pc:sldMkLst>
          <pc:docMk/>
          <pc:sldMk cId="2976028925" sldId="265"/>
        </pc:sldMkLst>
        <pc:spChg chg="add">
          <ac:chgData name="Jader Tavares" userId="249be3cf-3472-4268-adf0-5fe692c3576b" providerId="ADAL" clId="{F68E6760-C0F3-42F6-B7CC-38AF06D8AAE9}" dt="2026-06-14T20:20:07.636" v="775"/>
          <ac:spMkLst>
            <pc:docMk/>
            <pc:sldMk cId="2976028925" sldId="265"/>
            <ac:spMk id="4" creationId="{B49E4BC9-D0CD-3F14-F961-38557190B721}"/>
          </ac:spMkLst>
        </pc:spChg>
        <pc:spChg chg="add">
          <ac:chgData name="Jader Tavares" userId="249be3cf-3472-4268-adf0-5fe692c3576b" providerId="ADAL" clId="{F68E6760-C0F3-42F6-B7CC-38AF06D8AAE9}" dt="2026-06-14T20:20:14.081" v="776"/>
          <ac:spMkLst>
            <pc:docMk/>
            <pc:sldMk cId="2976028925" sldId="265"/>
            <ac:spMk id="5" creationId="{7B07E83B-96B3-E0A6-0EB5-C18D2980F6E6}"/>
          </ac:spMkLst>
        </pc:spChg>
        <pc:spChg chg="mod">
          <ac:chgData name="Jader Tavares" userId="249be3cf-3472-4268-adf0-5fe692c3576b" providerId="ADAL" clId="{F68E6760-C0F3-42F6-B7CC-38AF06D8AAE9}" dt="2026-06-14T20:22:10.573" v="805" actId="20577"/>
          <ac:spMkLst>
            <pc:docMk/>
            <pc:sldMk cId="2976028925" sldId="265"/>
            <ac:spMk id="6" creationId="{1ACF2DC3-126C-576B-4BAD-528243B2EB59}"/>
          </ac:spMkLst>
        </pc:spChg>
        <pc:spChg chg="add">
          <ac:chgData name="Jader Tavares" userId="249be3cf-3472-4268-adf0-5fe692c3576b" providerId="ADAL" clId="{F68E6760-C0F3-42F6-B7CC-38AF06D8AAE9}" dt="2026-06-14T20:20:16.877" v="777"/>
          <ac:spMkLst>
            <pc:docMk/>
            <pc:sldMk cId="2976028925" sldId="265"/>
            <ac:spMk id="7" creationId="{5CA341DE-6AF6-F177-DF50-1C9BEE2303C1}"/>
          </ac:spMkLst>
        </pc:spChg>
        <pc:spChg chg="add mod">
          <ac:chgData name="Jader Tavares" userId="249be3cf-3472-4268-adf0-5fe692c3576b" providerId="ADAL" clId="{F68E6760-C0F3-42F6-B7CC-38AF06D8AAE9}" dt="2026-06-14T20:22:05.832" v="804" actId="1076"/>
          <ac:spMkLst>
            <pc:docMk/>
            <pc:sldMk cId="2976028925" sldId="265"/>
            <ac:spMk id="11" creationId="{4EC95C19-9A66-4FF1-0EEC-EC1EBE36629F}"/>
          </ac:spMkLst>
        </pc:spChg>
        <pc:spChg chg="mod">
          <ac:chgData name="Jader Tavares" userId="249be3cf-3472-4268-adf0-5fe692c3576b" providerId="ADAL" clId="{F68E6760-C0F3-42F6-B7CC-38AF06D8AAE9}" dt="2026-06-14T20:19:48.575" v="774"/>
          <ac:spMkLst>
            <pc:docMk/>
            <pc:sldMk cId="2976028925" sldId="265"/>
            <ac:spMk id="15" creationId="{01D15B75-C44D-C7BE-9C07-550F76874DC6}"/>
          </ac:spMkLst>
        </pc:spChg>
        <pc:picChg chg="add mod modCrop">
          <ac:chgData name="Jader Tavares" userId="249be3cf-3472-4268-adf0-5fe692c3576b" providerId="ADAL" clId="{F68E6760-C0F3-42F6-B7CC-38AF06D8AAE9}" dt="2026-06-14T20:29:07.883" v="873" actId="1076"/>
          <ac:picMkLst>
            <pc:docMk/>
            <pc:sldMk cId="2976028925" sldId="265"/>
            <ac:picMk id="9" creationId="{0F3425D5-D9AD-97E4-700B-7DD94DA9DA2F}"/>
          </ac:picMkLst>
        </pc:picChg>
      </pc:sldChg>
      <pc:sldChg chg="addSp delSp modSp add mod">
        <pc:chgData name="Jader Tavares" userId="249be3cf-3472-4268-adf0-5fe692c3576b" providerId="ADAL" clId="{F68E6760-C0F3-42F6-B7CC-38AF06D8AAE9}" dt="2026-06-14T20:28:51.142" v="872" actId="20577"/>
        <pc:sldMkLst>
          <pc:docMk/>
          <pc:sldMk cId="3618039185" sldId="266"/>
        </pc:sldMkLst>
        <pc:spChg chg="mod">
          <ac:chgData name="Jader Tavares" userId="249be3cf-3472-4268-adf0-5fe692c3576b" providerId="ADAL" clId="{F68E6760-C0F3-42F6-B7CC-38AF06D8AAE9}" dt="2026-06-14T20:28:51.142" v="872" actId="20577"/>
          <ac:spMkLst>
            <pc:docMk/>
            <pc:sldMk cId="3618039185" sldId="266"/>
            <ac:spMk id="6" creationId="{B423931E-2312-DFC2-5BAE-6D481472FD07}"/>
          </ac:spMkLst>
        </pc:spChg>
        <pc:spChg chg="mod">
          <ac:chgData name="Jader Tavares" userId="249be3cf-3472-4268-adf0-5fe692c3576b" providerId="ADAL" clId="{F68E6760-C0F3-42F6-B7CC-38AF06D8AAE9}" dt="2026-06-14T20:27:05.636" v="863" actId="1076"/>
          <ac:spMkLst>
            <pc:docMk/>
            <pc:sldMk cId="3618039185" sldId="266"/>
            <ac:spMk id="11" creationId="{BF2E0496-315A-53B2-B5FB-FCD1AFC8F312}"/>
          </ac:spMkLst>
        </pc:spChg>
        <pc:spChg chg="mod">
          <ac:chgData name="Jader Tavares" userId="249be3cf-3472-4268-adf0-5fe692c3576b" providerId="ADAL" clId="{F68E6760-C0F3-42F6-B7CC-38AF06D8AAE9}" dt="2026-06-14T20:27:15.690" v="865" actId="1076"/>
          <ac:spMkLst>
            <pc:docMk/>
            <pc:sldMk cId="3618039185" sldId="266"/>
            <ac:spMk id="15" creationId="{A54F7E4F-77EF-7EE3-9C63-7B479AC668AC}"/>
          </ac:spMkLst>
        </pc:spChg>
        <pc:picChg chg="add mod">
          <ac:chgData name="Jader Tavares" userId="249be3cf-3472-4268-adf0-5fe692c3576b" providerId="ADAL" clId="{F68E6760-C0F3-42F6-B7CC-38AF06D8AAE9}" dt="2026-06-14T20:27:36.011" v="867" actId="1076"/>
          <ac:picMkLst>
            <pc:docMk/>
            <pc:sldMk cId="3618039185" sldId="266"/>
            <ac:picMk id="5" creationId="{7D8B2DB4-8C50-A0B2-9DD9-3F88049B26A5}"/>
          </ac:picMkLst>
        </pc:picChg>
        <pc:picChg chg="del">
          <ac:chgData name="Jader Tavares" userId="249be3cf-3472-4268-adf0-5fe692c3576b" providerId="ADAL" clId="{F68E6760-C0F3-42F6-B7CC-38AF06D8AAE9}" dt="2026-06-14T20:23:48.513" v="807" actId="478"/>
          <ac:picMkLst>
            <pc:docMk/>
            <pc:sldMk cId="3618039185" sldId="266"/>
            <ac:picMk id="9" creationId="{BCB567FE-617A-5FAE-EFDE-D13AEFA23C57}"/>
          </ac:picMkLst>
        </pc:picChg>
      </pc:sldChg>
      <pc:sldChg chg="delSp modSp add mod ord">
        <pc:chgData name="Jader Tavares" userId="249be3cf-3472-4268-adf0-5fe692c3576b" providerId="ADAL" clId="{F68E6760-C0F3-42F6-B7CC-38AF06D8AAE9}" dt="2026-06-14T20:34:01.861" v="994" actId="20577"/>
        <pc:sldMkLst>
          <pc:docMk/>
          <pc:sldMk cId="225243458" sldId="267"/>
        </pc:sldMkLst>
        <pc:spChg chg="mod">
          <ac:chgData name="Jader Tavares" userId="249be3cf-3472-4268-adf0-5fe692c3576b" providerId="ADAL" clId="{F68E6760-C0F3-42F6-B7CC-38AF06D8AAE9}" dt="2026-06-14T20:34:01.861" v="994" actId="20577"/>
          <ac:spMkLst>
            <pc:docMk/>
            <pc:sldMk cId="225243458" sldId="267"/>
            <ac:spMk id="6" creationId="{65D50E25-29B0-2123-E678-0609C1F3724F}"/>
          </ac:spMkLst>
        </pc:spChg>
        <pc:spChg chg="del">
          <ac:chgData name="Jader Tavares" userId="249be3cf-3472-4268-adf0-5fe692c3576b" providerId="ADAL" clId="{F68E6760-C0F3-42F6-B7CC-38AF06D8AAE9}" dt="2026-06-14T20:32:18.831" v="910" actId="478"/>
          <ac:spMkLst>
            <pc:docMk/>
            <pc:sldMk cId="225243458" sldId="267"/>
            <ac:spMk id="11" creationId="{22F5C935-56AA-4058-BF27-DCD04317E026}"/>
          </ac:spMkLst>
        </pc:spChg>
        <pc:spChg chg="mod">
          <ac:chgData name="Jader Tavares" userId="249be3cf-3472-4268-adf0-5fe692c3576b" providerId="ADAL" clId="{F68E6760-C0F3-42F6-B7CC-38AF06D8AAE9}" dt="2026-06-14T20:33:58.121" v="992" actId="20577"/>
          <ac:spMkLst>
            <pc:docMk/>
            <pc:sldMk cId="225243458" sldId="267"/>
            <ac:spMk id="15" creationId="{93032F44-EF7E-4F3F-4C6F-74CE987D9B88}"/>
          </ac:spMkLst>
        </pc:spChg>
        <pc:picChg chg="del">
          <ac:chgData name="Jader Tavares" userId="249be3cf-3472-4268-adf0-5fe692c3576b" providerId="ADAL" clId="{F68E6760-C0F3-42F6-B7CC-38AF06D8AAE9}" dt="2026-06-14T20:32:17.172" v="909" actId="478"/>
          <ac:picMkLst>
            <pc:docMk/>
            <pc:sldMk cId="225243458" sldId="267"/>
            <ac:picMk id="9" creationId="{D186CA6F-E6B3-D763-ED0E-0DED11497463}"/>
          </ac:picMkLst>
        </pc:picChg>
      </pc:sldChg>
      <pc:sldChg chg="modSp add mod">
        <pc:chgData name="Jader Tavares" userId="249be3cf-3472-4268-adf0-5fe692c3576b" providerId="ADAL" clId="{F68E6760-C0F3-42F6-B7CC-38AF06D8AAE9}" dt="2026-06-14T20:49:26.361" v="1194" actId="20577"/>
        <pc:sldMkLst>
          <pc:docMk/>
          <pc:sldMk cId="2668125803" sldId="268"/>
        </pc:sldMkLst>
        <pc:spChg chg="mod">
          <ac:chgData name="Jader Tavares" userId="249be3cf-3472-4268-adf0-5fe692c3576b" providerId="ADAL" clId="{F68E6760-C0F3-42F6-B7CC-38AF06D8AAE9}" dt="2026-06-14T20:49:26.361" v="1194" actId="20577"/>
          <ac:spMkLst>
            <pc:docMk/>
            <pc:sldMk cId="2668125803" sldId="268"/>
            <ac:spMk id="6" creationId="{706F161C-76B4-6D0E-E714-6B8FF731AED3}"/>
          </ac:spMkLst>
        </pc:spChg>
        <pc:spChg chg="mod">
          <ac:chgData name="Jader Tavares" userId="249be3cf-3472-4268-adf0-5fe692c3576b" providerId="ADAL" clId="{F68E6760-C0F3-42F6-B7CC-38AF06D8AAE9}" dt="2026-06-14T20:34:43.195" v="1018" actId="20577"/>
          <ac:spMkLst>
            <pc:docMk/>
            <pc:sldMk cId="2668125803" sldId="268"/>
            <ac:spMk id="15" creationId="{A53BCD96-1815-35BE-D93D-B0146805F0AE}"/>
          </ac:spMkLst>
        </pc:spChg>
      </pc:sldChg>
      <pc:sldChg chg="add del">
        <pc:chgData name="Jader Tavares" userId="249be3cf-3472-4268-adf0-5fe692c3576b" providerId="ADAL" clId="{F68E6760-C0F3-42F6-B7CC-38AF06D8AAE9}" dt="2026-06-14T20:29:27.941" v="875"/>
        <pc:sldMkLst>
          <pc:docMk/>
          <pc:sldMk cId="3995598348" sldId="268"/>
        </pc:sldMkLst>
      </pc:sldChg>
      <pc:sldChg chg="addSp modSp add mod">
        <pc:chgData name="Jader Tavares" userId="249be3cf-3472-4268-adf0-5fe692c3576b" providerId="ADAL" clId="{F68E6760-C0F3-42F6-B7CC-38AF06D8AAE9}" dt="2026-06-14T20:43:14.143" v="1132" actId="1076"/>
        <pc:sldMkLst>
          <pc:docMk/>
          <pc:sldMk cId="380229896" sldId="269"/>
        </pc:sldMkLst>
        <pc:spChg chg="mod">
          <ac:chgData name="Jader Tavares" userId="249be3cf-3472-4268-adf0-5fe692c3576b" providerId="ADAL" clId="{F68E6760-C0F3-42F6-B7CC-38AF06D8AAE9}" dt="2026-06-14T20:42:00.861" v="1105" actId="5793"/>
          <ac:spMkLst>
            <pc:docMk/>
            <pc:sldMk cId="380229896" sldId="269"/>
            <ac:spMk id="6" creationId="{715A2BDD-87A8-AB0C-291E-18D30508BCAF}"/>
          </ac:spMkLst>
        </pc:spChg>
        <pc:spChg chg="add mod">
          <ac:chgData name="Jader Tavares" userId="249be3cf-3472-4268-adf0-5fe692c3576b" providerId="ADAL" clId="{F68E6760-C0F3-42F6-B7CC-38AF06D8AAE9}" dt="2026-06-14T20:43:14.143" v="1132" actId="1076"/>
          <ac:spMkLst>
            <pc:docMk/>
            <pc:sldMk cId="380229896" sldId="269"/>
            <ac:spMk id="8" creationId="{8CE81E44-424F-D9B7-19A5-BFA1A76BCA82}"/>
          </ac:spMkLst>
        </pc:spChg>
        <pc:spChg chg="mod">
          <ac:chgData name="Jader Tavares" userId="249be3cf-3472-4268-adf0-5fe692c3576b" providerId="ADAL" clId="{F68E6760-C0F3-42F6-B7CC-38AF06D8AAE9}" dt="2026-06-14T20:38:01.529" v="1072"/>
          <ac:spMkLst>
            <pc:docMk/>
            <pc:sldMk cId="380229896" sldId="269"/>
            <ac:spMk id="15" creationId="{F0C97E90-DC28-5240-C340-EA29AF1BE02B}"/>
          </ac:spMkLst>
        </pc:spChg>
        <pc:picChg chg="add mod">
          <ac:chgData name="Jader Tavares" userId="249be3cf-3472-4268-adf0-5fe692c3576b" providerId="ADAL" clId="{F68E6760-C0F3-42F6-B7CC-38AF06D8AAE9}" dt="2026-06-14T20:42:07.507" v="1109" actId="1076"/>
          <ac:picMkLst>
            <pc:docMk/>
            <pc:sldMk cId="380229896" sldId="269"/>
            <ac:picMk id="5" creationId="{F613EF94-D527-CD29-68F4-FFCE2AEE8C36}"/>
          </ac:picMkLst>
        </pc:picChg>
      </pc:sldChg>
      <pc:sldChg chg="delSp modSp add mod">
        <pc:chgData name="Jader Tavares" userId="249be3cf-3472-4268-adf0-5fe692c3576b" providerId="ADAL" clId="{F68E6760-C0F3-42F6-B7CC-38AF06D8AAE9}" dt="2026-06-14T20:49:20.185" v="1193" actId="20577"/>
        <pc:sldMkLst>
          <pc:docMk/>
          <pc:sldMk cId="2397565132" sldId="270"/>
        </pc:sldMkLst>
        <pc:spChg chg="mod">
          <ac:chgData name="Jader Tavares" userId="249be3cf-3472-4268-adf0-5fe692c3576b" providerId="ADAL" clId="{F68E6760-C0F3-42F6-B7CC-38AF06D8AAE9}" dt="2026-06-14T20:49:20.185" v="1193" actId="20577"/>
          <ac:spMkLst>
            <pc:docMk/>
            <pc:sldMk cId="2397565132" sldId="270"/>
            <ac:spMk id="6" creationId="{D618BF0A-475D-9982-D77B-AE27E5E4B354}"/>
          </ac:spMkLst>
        </pc:spChg>
        <pc:spChg chg="del">
          <ac:chgData name="Jader Tavares" userId="249be3cf-3472-4268-adf0-5fe692c3576b" providerId="ADAL" clId="{F68E6760-C0F3-42F6-B7CC-38AF06D8AAE9}" dt="2026-06-14T20:45:53.051" v="1154" actId="478"/>
          <ac:spMkLst>
            <pc:docMk/>
            <pc:sldMk cId="2397565132" sldId="270"/>
            <ac:spMk id="8" creationId="{FBCCB3CD-BF67-2A1A-4CC5-42BB9E65A5B3}"/>
          </ac:spMkLst>
        </pc:spChg>
        <pc:spChg chg="mod">
          <ac:chgData name="Jader Tavares" userId="249be3cf-3472-4268-adf0-5fe692c3576b" providerId="ADAL" clId="{F68E6760-C0F3-42F6-B7CC-38AF06D8AAE9}" dt="2026-06-14T20:45:07.444" v="1134"/>
          <ac:spMkLst>
            <pc:docMk/>
            <pc:sldMk cId="2397565132" sldId="270"/>
            <ac:spMk id="15" creationId="{18C1550D-7BDE-556B-B7C1-FB731B78E916}"/>
          </ac:spMkLst>
        </pc:spChg>
        <pc:picChg chg="del">
          <ac:chgData name="Jader Tavares" userId="249be3cf-3472-4268-adf0-5fe692c3576b" providerId="ADAL" clId="{F68E6760-C0F3-42F6-B7CC-38AF06D8AAE9}" dt="2026-06-14T20:45:53.667" v="1155" actId="478"/>
          <ac:picMkLst>
            <pc:docMk/>
            <pc:sldMk cId="2397565132" sldId="270"/>
            <ac:picMk id="5" creationId="{05AF936A-8DCE-4793-632C-FA08E8AD9F7B}"/>
          </ac:picMkLst>
        </pc:picChg>
      </pc:sldChg>
      <pc:sldChg chg="add del ord">
        <pc:chgData name="Jader Tavares" userId="249be3cf-3472-4268-adf0-5fe692c3576b" providerId="ADAL" clId="{F68E6760-C0F3-42F6-B7CC-38AF06D8AAE9}" dt="2026-06-14T20:46:33.333" v="1169" actId="47"/>
        <pc:sldMkLst>
          <pc:docMk/>
          <pc:sldMk cId="2095587369" sldId="271"/>
        </pc:sldMkLst>
      </pc:sldChg>
      <pc:sldChg chg="addSp modSp add mod">
        <pc:chgData name="Jader Tavares" userId="249be3cf-3472-4268-adf0-5fe692c3576b" providerId="ADAL" clId="{F68E6760-C0F3-42F6-B7CC-38AF06D8AAE9}" dt="2026-06-14T20:47:28.021" v="1185" actId="20577"/>
        <pc:sldMkLst>
          <pc:docMk/>
          <pc:sldMk cId="2126499912" sldId="271"/>
        </pc:sldMkLst>
        <pc:spChg chg="add mod">
          <ac:chgData name="Jader Tavares" userId="249be3cf-3472-4268-adf0-5fe692c3576b" providerId="ADAL" clId="{F68E6760-C0F3-42F6-B7CC-38AF06D8AAE9}" dt="2026-06-14T20:47:08.984" v="1180"/>
          <ac:spMkLst>
            <pc:docMk/>
            <pc:sldMk cId="2126499912" sldId="271"/>
            <ac:spMk id="4" creationId="{1A9641EB-2D8B-7FC7-21E4-51B6441D4B18}"/>
          </ac:spMkLst>
        </pc:spChg>
        <pc:spChg chg="mod">
          <ac:chgData name="Jader Tavares" userId="249be3cf-3472-4268-adf0-5fe692c3576b" providerId="ADAL" clId="{F68E6760-C0F3-42F6-B7CC-38AF06D8AAE9}" dt="2026-06-14T20:47:28.021" v="1185" actId="20577"/>
          <ac:spMkLst>
            <pc:docMk/>
            <pc:sldMk cId="2126499912" sldId="271"/>
            <ac:spMk id="6" creationId="{C03F3A05-8FA0-5645-2A20-24C094ECEC74}"/>
          </ac:spMkLst>
        </pc:spChg>
        <pc:spChg chg="mod">
          <ac:chgData name="Jader Tavares" userId="249be3cf-3472-4268-adf0-5fe692c3576b" providerId="ADAL" clId="{F68E6760-C0F3-42F6-B7CC-38AF06D8AAE9}" dt="2026-06-14T20:46:41.070" v="1172"/>
          <ac:spMkLst>
            <pc:docMk/>
            <pc:sldMk cId="2126499912" sldId="271"/>
            <ac:spMk id="15" creationId="{F408BB04-D418-5FA9-007A-5097B50C03B8}"/>
          </ac:spMkLst>
        </pc:spChg>
      </pc:sldChg>
      <pc:sldChg chg="modSp add mod">
        <pc:chgData name="Jader Tavares" userId="249be3cf-3472-4268-adf0-5fe692c3576b" providerId="ADAL" clId="{F68E6760-C0F3-42F6-B7CC-38AF06D8AAE9}" dt="2026-06-14T20:48:21.784" v="1192"/>
        <pc:sldMkLst>
          <pc:docMk/>
          <pc:sldMk cId="3783965277" sldId="272"/>
        </pc:sldMkLst>
        <pc:spChg chg="mod">
          <ac:chgData name="Jader Tavares" userId="249be3cf-3472-4268-adf0-5fe692c3576b" providerId="ADAL" clId="{F68E6760-C0F3-42F6-B7CC-38AF06D8AAE9}" dt="2026-06-14T20:48:21.784" v="1192"/>
          <ac:spMkLst>
            <pc:docMk/>
            <pc:sldMk cId="3783965277" sldId="272"/>
            <ac:spMk id="6" creationId="{917AB242-9ACC-F368-51CB-B046FCAC98C9}"/>
          </ac:spMkLst>
        </pc:spChg>
        <pc:spChg chg="mod">
          <ac:chgData name="Jader Tavares" userId="249be3cf-3472-4268-adf0-5fe692c3576b" providerId="ADAL" clId="{F68E6760-C0F3-42F6-B7CC-38AF06D8AAE9}" dt="2026-06-14T20:47:56.686" v="1188"/>
          <ac:spMkLst>
            <pc:docMk/>
            <pc:sldMk cId="3783965277" sldId="272"/>
            <ac:spMk id="15" creationId="{CF658D5B-55FF-5450-6766-DA9D0875FA9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F854A86C-0F11-0076-8A7B-DF8DF9B52EBE}"/>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E8599750-93B5-DA2D-9035-24CF63311D5A}"/>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DA8CCE5D-8C7B-49F0-9266-351599CB59EA}" type="datetimeFigureOut">
              <a:rPr lang="pt-BR" smtClean="0"/>
              <a:t>02/07/2026</a:t>
            </a:fld>
            <a:endParaRPr lang="pt-BR"/>
          </a:p>
        </p:txBody>
      </p:sp>
      <p:sp>
        <p:nvSpPr>
          <p:cNvPr id="4" name="Espaço Reservado para Rodapé 3">
            <a:extLst>
              <a:ext uri="{FF2B5EF4-FFF2-40B4-BE49-F238E27FC236}">
                <a16:creationId xmlns:a16="http://schemas.microsoft.com/office/drawing/2014/main" id="{BF6EEB03-810B-15AD-F0D8-9DAA497A8640}"/>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F68CD766-6C76-D6BC-3F5C-00AD209FFD81}"/>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BA86AD85-8CD9-496D-8BC0-46E017DF8FBC}" type="slidenum">
              <a:rPr lang="pt-BR" smtClean="0"/>
              <a:t>‹nº›</a:t>
            </a:fld>
            <a:endParaRPr lang="pt-BR"/>
          </a:p>
        </p:txBody>
      </p:sp>
    </p:spTree>
    <p:extLst>
      <p:ext uri="{BB962C8B-B14F-4D97-AF65-F5344CB8AC3E}">
        <p14:creationId xmlns:p14="http://schemas.microsoft.com/office/powerpoint/2010/main" val="283076689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58D33BEA-6B03-44B3-A344-07E74E8B45C5}" type="datetimeFigureOut">
              <a:rPr lang="pt-BR" smtClean="0"/>
              <a:t>02/07/2026</a:t>
            </a:fld>
            <a:endParaRPr lang="pt-BR"/>
          </a:p>
        </p:txBody>
      </p:sp>
      <p:sp>
        <p:nvSpPr>
          <p:cNvPr id="4" name="Espaço Reservado para Imagem de Slide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25DB5C07-5613-4607-9B6A-E804BE22DE78}" type="slidenum">
              <a:rPr lang="pt-BR" smtClean="0"/>
              <a:t>‹nº›</a:t>
            </a:fld>
            <a:endParaRPr lang="pt-BR"/>
          </a:p>
        </p:txBody>
      </p:sp>
    </p:spTree>
    <p:extLst>
      <p:ext uri="{BB962C8B-B14F-4D97-AF65-F5344CB8AC3E}">
        <p14:creationId xmlns:p14="http://schemas.microsoft.com/office/powerpoint/2010/main" val="185770562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1122480"/>
            <a:ext cx="7771680" cy="1106496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13" name="PlaceHolder 3"/>
          <p:cNvSpPr>
            <a:spLocks noGrp="1"/>
          </p:cNvSpPr>
          <p:nvPr>
            <p:ph type="body"/>
          </p:nvPr>
        </p:nvSpPr>
        <p:spPr>
          <a:xfrm>
            <a:off x="45720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14" name="PlaceHolder 4"/>
          <p:cNvSpPr>
            <a:spLocks noGrp="1"/>
          </p:cNvSpPr>
          <p:nvPr>
            <p:ph type="body"/>
          </p:nvPr>
        </p:nvSpPr>
        <p:spPr>
          <a:xfrm>
            <a:off x="467424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9" name="PlaceHolder 4"/>
          <p:cNvSpPr>
            <a:spLocks noGrp="1"/>
          </p:cNvSpPr>
          <p:nvPr>
            <p:ph type="body"/>
          </p:nvPr>
        </p:nvSpPr>
        <p:spPr>
          <a:xfrm>
            <a:off x="467424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30" name="PlaceHolder 5"/>
          <p:cNvSpPr>
            <a:spLocks noGrp="1"/>
          </p:cNvSpPr>
          <p:nvPr>
            <p:ph type="body"/>
          </p:nvPr>
        </p:nvSpPr>
        <p:spPr>
          <a:xfrm>
            <a:off x="45720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32" name="PlaceHolder 2"/>
          <p:cNvSpPr>
            <a:spLocks noGrp="1"/>
          </p:cNvSpPr>
          <p:nvPr>
            <p:ph type="body"/>
          </p:nvPr>
        </p:nvSpPr>
        <p:spPr>
          <a:xfrm>
            <a:off x="457200" y="1604520"/>
            <a:ext cx="822924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33" name="PlaceHolder 3"/>
          <p:cNvSpPr>
            <a:spLocks noGrp="1"/>
          </p:cNvSpPr>
          <p:nvPr>
            <p:ph type="body"/>
          </p:nvPr>
        </p:nvSpPr>
        <p:spPr>
          <a:xfrm>
            <a:off x="457200" y="1604520"/>
            <a:ext cx="822924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pic>
        <p:nvPicPr>
          <p:cNvPr id="34" name="Imagem 33"/>
          <p:cNvPicPr/>
          <p:nvPr/>
        </p:nvPicPr>
        <p:blipFill>
          <a:blip r:embed="rId2"/>
          <a:stretch/>
        </p:blipFill>
        <p:spPr>
          <a:xfrm>
            <a:off x="2079000" y="1604520"/>
            <a:ext cx="4984920" cy="3977280"/>
          </a:xfrm>
          <a:prstGeom prst="rect">
            <a:avLst/>
          </a:prstGeom>
          <a:ln>
            <a:noFill/>
          </a:ln>
        </p:spPr>
      </p:pic>
      <p:pic>
        <p:nvPicPr>
          <p:cNvPr id="35" name="Imagem 34"/>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1122480"/>
            <a:ext cx="7771680" cy="2386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3" name="PlaceHolder 2"/>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pt-BR" sz="3200" b="0" strike="noStrike" spc="-1">
                <a:solidFill>
                  <a:srgbClr val="000000"/>
                </a:solidFill>
                <a:uFill>
                  <a:solidFill>
                    <a:srgbClr val="FFFFFF"/>
                  </a:solidFill>
                </a:uFill>
                <a:latin typeface="Arial"/>
              </a:rPr>
              <a:t>Clique para editar o formato do texto da estrutura de tópicos</a:t>
            </a:r>
          </a:p>
          <a:p>
            <a:pPr marL="864000" lvl="1" indent="-324000">
              <a:buClr>
                <a:srgbClr val="000000"/>
              </a:buClr>
              <a:buSzPct val="75000"/>
              <a:buFont typeface="Symbol" charset="2"/>
              <a:buChar char=""/>
            </a:pPr>
            <a:r>
              <a:rPr lang="pt-BR" sz="2800" b="0" strike="noStrike" spc="-1">
                <a:solidFill>
                  <a:srgbClr val="000000"/>
                </a:solidFill>
                <a:uFill>
                  <a:solidFill>
                    <a:srgbClr val="FFFFFF"/>
                  </a:solidFill>
                </a:uFill>
                <a:latin typeface="Arial"/>
              </a:rPr>
              <a:t>2.º nível da estrutura de tópicos</a:t>
            </a:r>
          </a:p>
          <a:p>
            <a:pPr marL="1296000" lvl="2" indent="-288000">
              <a:buClr>
                <a:srgbClr val="000000"/>
              </a:buClr>
              <a:buSzPct val="45000"/>
              <a:buFont typeface="Wingdings" charset="2"/>
              <a:buChar char=""/>
            </a:pPr>
            <a:r>
              <a:rPr lang="pt-BR" sz="2400" b="0" strike="noStrike" spc="-1">
                <a:solidFill>
                  <a:srgbClr val="000000"/>
                </a:solidFill>
                <a:uFill>
                  <a:solidFill>
                    <a:srgbClr val="FFFFFF"/>
                  </a:solidFill>
                </a:uFill>
                <a:latin typeface="Arial"/>
              </a:rPr>
              <a:t>3.º nível da estrutura de tópicos</a:t>
            </a:r>
          </a:p>
          <a:p>
            <a:pPr marL="1728000" lvl="3" indent="-216000">
              <a:buClr>
                <a:srgbClr val="000000"/>
              </a:buClr>
              <a:buSzPct val="75000"/>
              <a:buFont typeface="Symbol" charset="2"/>
              <a:buChar char=""/>
            </a:pPr>
            <a:r>
              <a:rPr lang="pt-BR" sz="2000" b="0" strike="noStrike" spc="-1">
                <a:solidFill>
                  <a:srgbClr val="000000"/>
                </a:solidFill>
                <a:uFill>
                  <a:solidFill>
                    <a:srgbClr val="FFFFFF"/>
                  </a:solidFill>
                </a:uFill>
                <a:latin typeface="Arial"/>
              </a:rPr>
              <a:t>4.º nível da estrutura de tópicos</a:t>
            </a:r>
          </a:p>
          <a:p>
            <a:pPr marL="2160000" lvl="4" indent="-216000">
              <a:buClr>
                <a:srgbClr val="000000"/>
              </a:buClr>
              <a:buSzPct val="45000"/>
              <a:buFont typeface="Wingdings" charset="2"/>
              <a:buChar char=""/>
            </a:pPr>
            <a:r>
              <a:rPr lang="pt-BR" sz="2000" b="0" strike="noStrike" spc="-1">
                <a:solidFill>
                  <a:srgbClr val="000000"/>
                </a:solidFill>
                <a:uFill>
                  <a:solidFill>
                    <a:srgbClr val="FFFFFF"/>
                  </a:solidFill>
                </a:uFill>
                <a:latin typeface="Arial"/>
              </a:rPr>
              <a:t>5.º nível da estrutura de tópicos</a:t>
            </a:r>
          </a:p>
          <a:p>
            <a:pPr marL="2592000" lvl="5" indent="-216000">
              <a:buClr>
                <a:srgbClr val="000000"/>
              </a:buClr>
              <a:buSzPct val="45000"/>
              <a:buFont typeface="Wingdings" charset="2"/>
              <a:buChar char=""/>
            </a:pPr>
            <a:r>
              <a:rPr lang="pt-BR" sz="2000" b="0" strike="noStrike" spc="-1">
                <a:solidFill>
                  <a:srgbClr val="000000"/>
                </a:solidFill>
                <a:uFill>
                  <a:solidFill>
                    <a:srgbClr val="FFFFFF"/>
                  </a:solidFill>
                </a:uFill>
                <a:latin typeface="Arial"/>
              </a:rPr>
              <a:t>6.º nível da estrutura de tópicos</a:t>
            </a:r>
          </a:p>
          <a:p>
            <a:pPr marL="3024000" lvl="6" indent="-216000">
              <a:buClr>
                <a:srgbClr val="000000"/>
              </a:buClr>
              <a:buSzPct val="45000"/>
              <a:buFont typeface="Wingdings" charset="2"/>
              <a:buChar char=""/>
            </a:pPr>
            <a:r>
              <a:rPr lang="pt-BR" sz="2000" b="0" strike="noStrike" spc="-1">
                <a:solidFill>
                  <a:srgbClr val="000000"/>
                </a:solidFill>
                <a:uFill>
                  <a:solidFill>
                    <a:srgbClr val="FFFFFF"/>
                  </a:solidFill>
                </a:uFill>
                <a:latin typeface="Arial"/>
              </a:rPr>
              <a:t>7.º nível da estrutura de tópicos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555468-87F2-0C7A-D37E-C9FE1B148916}"/>
              </a:ext>
            </a:extLst>
          </p:cNvPr>
          <p:cNvSpPr>
            <a:spLocks noGrp="1"/>
          </p:cNvSpPr>
          <p:nvPr>
            <p:ph type="title"/>
          </p:nvPr>
        </p:nvSpPr>
        <p:spPr>
          <a:xfrm>
            <a:off x="497150" y="2235600"/>
            <a:ext cx="8646850" cy="2386800"/>
          </a:xfrm>
        </p:spPr>
        <p:txBody>
          <a:bodyPr/>
          <a:lstStyle/>
          <a:p>
            <a:pPr algn="ctr"/>
            <a:r>
              <a:rPr lang="pt-BR" sz="2000" b="1" dirty="0"/>
              <a:t>Inteligência Artificial Generativa: Fundamentos e Aplicações de </a:t>
            </a:r>
            <a:r>
              <a:rPr lang="pt-BR" sz="2000" b="1" dirty="0" smtClean="0"/>
              <a:t>LLMs</a:t>
            </a:r>
            <a:br>
              <a:rPr lang="pt-BR" sz="2000" b="1" dirty="0" smtClean="0"/>
            </a:br>
            <a:r>
              <a:rPr lang="pt-BR" sz="2000" b="1" dirty="0" smtClean="0"/>
              <a:t>Modelos de Linguagem de Grande Escala</a:t>
            </a:r>
            <a:endParaRPr lang="pt-BR" sz="2000" dirty="0"/>
          </a:p>
        </p:txBody>
      </p:sp>
      <p:sp>
        <p:nvSpPr>
          <p:cNvPr id="4" name="Título 1">
            <a:extLst>
              <a:ext uri="{FF2B5EF4-FFF2-40B4-BE49-F238E27FC236}">
                <a16:creationId xmlns:a16="http://schemas.microsoft.com/office/drawing/2014/main" id="{70027703-E833-7FAB-1D78-1BAD101499A2}"/>
              </a:ext>
            </a:extLst>
          </p:cNvPr>
          <p:cNvSpPr txBox="1">
            <a:spLocks/>
          </p:cNvSpPr>
          <p:nvPr/>
        </p:nvSpPr>
        <p:spPr>
          <a:xfrm>
            <a:off x="685800" y="3613929"/>
            <a:ext cx="7771680" cy="2386800"/>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pt-BR" sz="2000" dirty="0" smtClean="0"/>
          </a:p>
          <a:p>
            <a:pPr algn="ctr"/>
            <a:r>
              <a:rPr lang="pt-BR" sz="2000" dirty="0" smtClean="0"/>
              <a:t>Gliceu </a:t>
            </a:r>
            <a:r>
              <a:rPr lang="pt-BR" sz="2000" dirty="0" smtClean="0"/>
              <a:t>Camargo</a:t>
            </a:r>
          </a:p>
          <a:p>
            <a:pPr algn="ctr"/>
            <a:r>
              <a:rPr lang="pt-BR" sz="1400" dirty="0" smtClean="0"/>
              <a:t>02/07/2026</a:t>
            </a:r>
            <a:endParaRPr lang="pt-BR" sz="1400" dirty="0"/>
          </a:p>
        </p:txBody>
      </p:sp>
      <p:sp>
        <p:nvSpPr>
          <p:cNvPr id="6" name="Título 1">
            <a:extLst>
              <a:ext uri="{FF2B5EF4-FFF2-40B4-BE49-F238E27FC236}">
                <a16:creationId xmlns:a16="http://schemas.microsoft.com/office/drawing/2014/main" id="{4C28C266-2F91-E5F6-D955-BA52BC43F3FB}"/>
              </a:ext>
            </a:extLst>
          </p:cNvPr>
          <p:cNvSpPr txBox="1">
            <a:spLocks/>
          </p:cNvSpPr>
          <p:nvPr/>
        </p:nvSpPr>
        <p:spPr>
          <a:xfrm>
            <a:off x="685800" y="857271"/>
            <a:ext cx="7771680" cy="2386800"/>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000" dirty="0"/>
              <a:t>Universidade Tecnológica Federal do </a:t>
            </a:r>
            <a:r>
              <a:rPr lang="pt-BR" sz="2000" dirty="0" smtClean="0"/>
              <a:t>Paraná</a:t>
            </a:r>
          </a:p>
          <a:p>
            <a:pPr algn="ctr"/>
            <a:endParaRPr lang="pt-BR" sz="2000" dirty="0"/>
          </a:p>
          <a:p>
            <a:pPr algn="ctr"/>
            <a:r>
              <a:rPr lang="pt-BR" sz="2000" dirty="0"/>
              <a:t>PPGEE &amp; DAELE – UTFPR-PG</a:t>
            </a:r>
          </a:p>
        </p:txBody>
      </p:sp>
    </p:spTree>
    <p:extLst>
      <p:ext uri="{BB962C8B-B14F-4D97-AF65-F5344CB8AC3E}">
        <p14:creationId xmlns:p14="http://schemas.microsoft.com/office/powerpoint/2010/main" val="652989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555468-87F2-0C7A-D37E-C9FE1B148916}"/>
              </a:ext>
            </a:extLst>
          </p:cNvPr>
          <p:cNvSpPr>
            <a:spLocks noGrp="1"/>
          </p:cNvSpPr>
          <p:nvPr>
            <p:ph type="title"/>
          </p:nvPr>
        </p:nvSpPr>
        <p:spPr>
          <a:xfrm>
            <a:off x="685800" y="2235600"/>
            <a:ext cx="7771680" cy="2386800"/>
          </a:xfrm>
        </p:spPr>
        <p:txBody>
          <a:bodyPr/>
          <a:lstStyle/>
          <a:p>
            <a:r>
              <a:rPr lang="pt-BR" dirty="0"/>
              <a:t/>
            </a:r>
            <a:br>
              <a:rPr lang="pt-BR" dirty="0"/>
            </a:br>
            <a:r>
              <a:rPr lang="pt-BR" dirty="0"/>
              <a:t/>
            </a:r>
            <a:br>
              <a:rPr lang="pt-BR" dirty="0"/>
            </a:br>
            <a:r>
              <a:rPr lang="pt-BR" dirty="0"/>
              <a:t> 	 </a:t>
            </a:r>
            <a:br>
              <a:rPr lang="pt-BR" dirty="0"/>
            </a:br>
            <a:r>
              <a:rPr lang="pt-BR" dirty="0"/>
              <a:t/>
            </a:r>
            <a:br>
              <a:rPr lang="pt-BR" dirty="0"/>
            </a:br>
            <a:r>
              <a:rPr lang="pt-BR" dirty="0"/>
              <a:t> 	 	 	</a:t>
            </a:r>
            <a:br>
              <a:rPr lang="pt-BR" dirty="0"/>
            </a:br>
            <a:r>
              <a:rPr lang="pt-BR" dirty="0"/>
              <a:t/>
            </a:r>
            <a:br>
              <a:rPr lang="pt-BR" dirty="0"/>
            </a:br>
            <a:r>
              <a:rPr lang="pt-BR" dirty="0"/>
              <a:t> 	 	 	</a:t>
            </a:r>
            <a:br>
              <a:rPr lang="pt-BR" dirty="0"/>
            </a:br>
            <a:r>
              <a:rPr lang="pt-BR" dirty="0"/>
              <a:t/>
            </a:r>
            <a:br>
              <a:rPr lang="pt-BR" dirty="0"/>
            </a:br>
            <a:r>
              <a:rPr lang="pt-BR" dirty="0"/>
              <a:t> 	</a:t>
            </a:r>
            <a:br>
              <a:rPr lang="pt-BR" dirty="0"/>
            </a:br>
            <a:r>
              <a:rPr lang="pt-BR" dirty="0"/>
              <a:t>	 	</a:t>
            </a:r>
            <a:br>
              <a:rPr lang="pt-BR" dirty="0"/>
            </a:br>
            <a:r>
              <a:rPr lang="pt-BR" dirty="0"/>
              <a:t/>
            </a:r>
            <a:br>
              <a:rPr lang="pt-BR" dirty="0"/>
            </a:br>
            <a:r>
              <a:rPr lang="pt-BR" dirty="0"/>
              <a:t> 	 	 	</a:t>
            </a:r>
            <a:br>
              <a:rPr lang="pt-BR" dirty="0"/>
            </a:br>
            <a:r>
              <a:rPr lang="pt-BR" dirty="0"/>
              <a:t/>
            </a:r>
            <a:br>
              <a:rPr lang="pt-BR" dirty="0"/>
            </a:br>
            <a:r>
              <a:rPr lang="pt-BR" dirty="0"/>
              <a:t> 	</a:t>
            </a:r>
            <a:br>
              <a:rPr lang="pt-BR" dirty="0"/>
            </a:br>
            <a:endParaRPr lang="pt-BR" sz="2000" dirty="0"/>
          </a:p>
        </p:txBody>
      </p:sp>
      <p:sp>
        <p:nvSpPr>
          <p:cNvPr id="4" name="Título 1">
            <a:extLst>
              <a:ext uri="{FF2B5EF4-FFF2-40B4-BE49-F238E27FC236}">
                <a16:creationId xmlns:a16="http://schemas.microsoft.com/office/drawing/2014/main" id="{70027703-E833-7FAB-1D78-1BAD101499A2}"/>
              </a:ext>
            </a:extLst>
          </p:cNvPr>
          <p:cNvSpPr txBox="1">
            <a:spLocks/>
          </p:cNvSpPr>
          <p:nvPr/>
        </p:nvSpPr>
        <p:spPr>
          <a:xfrm>
            <a:off x="685800" y="3613929"/>
            <a:ext cx="7771680" cy="2386800"/>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pt-BR" sz="2000" dirty="0" smtClean="0"/>
          </a:p>
          <a:p>
            <a:pPr algn="ctr"/>
            <a:r>
              <a:rPr lang="pt-BR" sz="2000" dirty="0" smtClean="0"/>
              <a:t>Gliceu Camargo</a:t>
            </a:r>
            <a:endParaRPr lang="pt-BR" sz="2000" dirty="0"/>
          </a:p>
        </p:txBody>
      </p:sp>
      <p:sp>
        <p:nvSpPr>
          <p:cNvPr id="6" name="Título 1">
            <a:extLst>
              <a:ext uri="{FF2B5EF4-FFF2-40B4-BE49-F238E27FC236}">
                <a16:creationId xmlns:a16="http://schemas.microsoft.com/office/drawing/2014/main" id="{4C28C266-2F91-E5F6-D955-BA52BC43F3FB}"/>
              </a:ext>
            </a:extLst>
          </p:cNvPr>
          <p:cNvSpPr txBox="1">
            <a:spLocks/>
          </p:cNvSpPr>
          <p:nvPr/>
        </p:nvSpPr>
        <p:spPr>
          <a:xfrm>
            <a:off x="685800" y="857271"/>
            <a:ext cx="7771680" cy="2386800"/>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pt-BR" sz="2000" dirty="0"/>
          </a:p>
        </p:txBody>
      </p:sp>
      <p:pic>
        <p:nvPicPr>
          <p:cNvPr id="3" name="Imagem 2"/>
          <p:cNvPicPr>
            <a:picLocks noChangeAspect="1"/>
          </p:cNvPicPr>
          <p:nvPr/>
        </p:nvPicPr>
        <p:blipFill>
          <a:blip r:embed="rId2"/>
          <a:stretch>
            <a:fillRect/>
          </a:stretch>
        </p:blipFill>
        <p:spPr>
          <a:xfrm>
            <a:off x="371437" y="1539150"/>
            <a:ext cx="8401126" cy="3779700"/>
          </a:xfrm>
          <a:prstGeom prst="rect">
            <a:avLst/>
          </a:prstGeom>
        </p:spPr>
      </p:pic>
    </p:spTree>
    <p:extLst>
      <p:ext uri="{BB962C8B-B14F-4D97-AF65-F5344CB8AC3E}">
        <p14:creationId xmlns:p14="http://schemas.microsoft.com/office/powerpoint/2010/main" val="2078432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5DB13A-4917-23F2-65E0-9F5D5D7A9D79}"/>
              </a:ext>
            </a:extLst>
          </p:cNvPr>
          <p:cNvSpPr>
            <a:spLocks noGrp="1"/>
          </p:cNvSpPr>
          <p:nvPr>
            <p:ph type="title"/>
          </p:nvPr>
        </p:nvSpPr>
        <p:spPr>
          <a:xfrm>
            <a:off x="483832" y="1522044"/>
            <a:ext cx="8417169" cy="715130"/>
          </a:xfrm>
        </p:spPr>
        <p:txBody>
          <a:bodyPr/>
          <a:lstStyle/>
          <a:p>
            <a:pPr algn="ctr"/>
            <a:r>
              <a:rPr lang="pt-BR" sz="2400" dirty="0" smtClean="0"/>
              <a:t>O que vamos ver hoje?</a:t>
            </a:r>
            <a:r>
              <a:rPr lang="pt-BR" sz="2400" dirty="0" smtClean="0"/>
              <a:t/>
            </a:r>
            <a:br>
              <a:rPr lang="pt-BR" sz="2400" dirty="0" smtClean="0"/>
            </a:br>
            <a:endParaRPr lang="pt-BR" sz="2400" dirty="0"/>
          </a:p>
        </p:txBody>
      </p:sp>
      <p:sp>
        <p:nvSpPr>
          <p:cNvPr id="4" name="CaixaDeTexto 3"/>
          <p:cNvSpPr txBox="1"/>
          <p:nvPr/>
        </p:nvSpPr>
        <p:spPr>
          <a:xfrm>
            <a:off x="346229" y="2459115"/>
            <a:ext cx="8554772" cy="2585323"/>
          </a:xfrm>
          <a:prstGeom prst="rect">
            <a:avLst/>
          </a:prstGeom>
          <a:noFill/>
        </p:spPr>
        <p:txBody>
          <a:bodyPr wrap="square" rtlCol="0">
            <a:spAutoFit/>
          </a:bodyPr>
          <a:lstStyle/>
          <a:p>
            <a:r>
              <a:rPr lang="pt-BR" dirty="0"/>
              <a:t>O que é Inteligência Artificial </a:t>
            </a:r>
            <a:r>
              <a:rPr lang="pt-BR" dirty="0" smtClean="0"/>
              <a:t>Generativa;</a:t>
            </a:r>
          </a:p>
          <a:p>
            <a:endParaRPr lang="pt-BR" dirty="0"/>
          </a:p>
          <a:p>
            <a:r>
              <a:rPr lang="pt-BR" dirty="0"/>
              <a:t>O que são Grandes Modelos de Linguagem (LLMs</a:t>
            </a:r>
            <a:r>
              <a:rPr lang="pt-BR" dirty="0" smtClean="0"/>
              <a:t>);</a:t>
            </a:r>
          </a:p>
          <a:p>
            <a:endParaRPr lang="pt-BR" dirty="0"/>
          </a:p>
          <a:p>
            <a:r>
              <a:rPr lang="pt-BR" dirty="0"/>
              <a:t>Como eles </a:t>
            </a:r>
            <a:r>
              <a:rPr lang="pt-BR" dirty="0" smtClean="0"/>
              <a:t>funcionam;</a:t>
            </a:r>
          </a:p>
          <a:p>
            <a:endParaRPr lang="pt-BR" dirty="0"/>
          </a:p>
          <a:p>
            <a:r>
              <a:rPr lang="pt-BR" dirty="0"/>
              <a:t>Para que servem e exemplos </a:t>
            </a:r>
            <a:r>
              <a:rPr lang="pt-BR" dirty="0" smtClean="0"/>
              <a:t>práticos;</a:t>
            </a:r>
          </a:p>
          <a:p>
            <a:endParaRPr lang="pt-BR" dirty="0"/>
          </a:p>
          <a:p>
            <a:r>
              <a:rPr lang="pt-BR" dirty="0"/>
              <a:t>Desafios e o </a:t>
            </a:r>
            <a:r>
              <a:rPr lang="pt-BR" dirty="0" smtClean="0"/>
              <a:t>futuro.</a:t>
            </a:r>
            <a:endParaRPr lang="pt-BR" dirty="0"/>
          </a:p>
        </p:txBody>
      </p:sp>
    </p:spTree>
    <p:extLst>
      <p:ext uri="{BB962C8B-B14F-4D97-AF65-F5344CB8AC3E}">
        <p14:creationId xmlns:p14="http://schemas.microsoft.com/office/powerpoint/2010/main" val="2181129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5DB13A-4917-23F2-65E0-9F5D5D7A9D79}"/>
              </a:ext>
            </a:extLst>
          </p:cNvPr>
          <p:cNvSpPr>
            <a:spLocks noGrp="1"/>
          </p:cNvSpPr>
          <p:nvPr>
            <p:ph type="title"/>
          </p:nvPr>
        </p:nvSpPr>
        <p:spPr>
          <a:xfrm>
            <a:off x="483832" y="1069282"/>
            <a:ext cx="8417169" cy="1058989"/>
          </a:xfrm>
        </p:spPr>
        <p:txBody>
          <a:bodyPr/>
          <a:lstStyle/>
          <a:p>
            <a:pPr algn="ctr"/>
            <a:r>
              <a:rPr lang="pt-BR" sz="2400" dirty="0" smtClean="0"/>
              <a:t/>
            </a:r>
            <a:br>
              <a:rPr lang="pt-BR" sz="2400" dirty="0" smtClean="0"/>
            </a:br>
            <a:r>
              <a:rPr lang="pt-BR" sz="2400" dirty="0" smtClean="0"/>
              <a:t>O </a:t>
            </a:r>
            <a:r>
              <a:rPr lang="pt-BR" sz="2400" dirty="0"/>
              <a:t>que é Inteligência </a:t>
            </a:r>
            <a:r>
              <a:rPr lang="pt-BR" sz="2400" dirty="0" smtClean="0"/>
              <a:t>Artificial (IA)?</a:t>
            </a:r>
            <a:endParaRPr lang="pt-BR" sz="2400" dirty="0"/>
          </a:p>
        </p:txBody>
      </p:sp>
      <p:sp>
        <p:nvSpPr>
          <p:cNvPr id="3" name="Espaço Reservado para Texto 2">
            <a:extLst>
              <a:ext uri="{FF2B5EF4-FFF2-40B4-BE49-F238E27FC236}">
                <a16:creationId xmlns:a16="http://schemas.microsoft.com/office/drawing/2014/main" id="{56F1A036-8E09-080C-FAB3-449F09F05BFE}"/>
              </a:ext>
            </a:extLst>
          </p:cNvPr>
          <p:cNvSpPr>
            <a:spLocks noGrp="1"/>
          </p:cNvSpPr>
          <p:nvPr>
            <p:ph type="body"/>
          </p:nvPr>
        </p:nvSpPr>
        <p:spPr>
          <a:xfrm>
            <a:off x="483832" y="2220214"/>
            <a:ext cx="8399600" cy="3723620"/>
          </a:xfrm>
        </p:spPr>
        <p:txBody>
          <a:bodyPr/>
          <a:lstStyle/>
          <a:p>
            <a:r>
              <a:rPr lang="pt-BR" sz="2000" dirty="0"/>
              <a:t> </a:t>
            </a:r>
            <a:r>
              <a:rPr lang="pt-BR" sz="2000" dirty="0"/>
              <a:t> </a:t>
            </a:r>
            <a:r>
              <a:rPr lang="pt-BR" sz="2000" dirty="0" smtClean="0"/>
              <a:t>    A </a:t>
            </a:r>
            <a:r>
              <a:rPr lang="pt-BR" sz="2000" dirty="0"/>
              <a:t>Inteligência Artificial é uma área da computação que desenvolve sistemas capazes de simular a inteligência humana. Esses sistemas podem aprender com dados, reconhecer padrões, tomar decisões e resolver problemas de forma automática, sem serem explicitamente programados para cada tarefa.</a:t>
            </a:r>
          </a:p>
          <a:p>
            <a:r>
              <a:rPr lang="pt-BR" sz="2000" dirty="0"/>
              <a:t>Em resumo, a IA permite que máquinas “pensem” e ajam de maneira inteligente para executar atividades que normalmente exigiriam intervenção humana.</a:t>
            </a:r>
          </a:p>
          <a:p>
            <a:pPr algn="just"/>
            <a:r>
              <a:rPr lang="pt-BR" sz="2000" dirty="0" smtClean="0"/>
              <a:t>.</a:t>
            </a:r>
            <a:endParaRPr lang="pt-BR" sz="2000" dirty="0"/>
          </a:p>
        </p:txBody>
      </p:sp>
    </p:spTree>
    <p:extLst>
      <p:ext uri="{BB962C8B-B14F-4D97-AF65-F5344CB8AC3E}">
        <p14:creationId xmlns:p14="http://schemas.microsoft.com/office/powerpoint/2010/main" val="1540751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5DB13A-4917-23F2-65E0-9F5D5D7A9D79}"/>
              </a:ext>
            </a:extLst>
          </p:cNvPr>
          <p:cNvSpPr>
            <a:spLocks noGrp="1"/>
          </p:cNvSpPr>
          <p:nvPr>
            <p:ph type="title"/>
          </p:nvPr>
        </p:nvSpPr>
        <p:spPr>
          <a:xfrm>
            <a:off x="568357" y="1384916"/>
            <a:ext cx="8315075" cy="707844"/>
          </a:xfrm>
        </p:spPr>
        <p:txBody>
          <a:bodyPr/>
          <a:lstStyle/>
          <a:p>
            <a:pPr algn="ctr"/>
            <a:r>
              <a:rPr lang="pt-BR" sz="2400" dirty="0" smtClean="0"/>
              <a:t/>
            </a:r>
            <a:br>
              <a:rPr lang="pt-BR" sz="2400" dirty="0" smtClean="0"/>
            </a:br>
            <a:r>
              <a:rPr lang="pt-BR" sz="2400" dirty="0" smtClean="0"/>
              <a:t/>
            </a:r>
            <a:br>
              <a:rPr lang="pt-BR" sz="2400" dirty="0" smtClean="0"/>
            </a:br>
            <a:r>
              <a:rPr lang="pt-BR" sz="2400" dirty="0" smtClean="0"/>
              <a:t>O </a:t>
            </a:r>
            <a:r>
              <a:rPr lang="pt-BR" sz="2400" dirty="0"/>
              <a:t>que é Inteligência Artificial Generativa?</a:t>
            </a:r>
          </a:p>
        </p:txBody>
      </p:sp>
      <p:sp>
        <p:nvSpPr>
          <p:cNvPr id="3" name="Espaço Reservado para Texto 2">
            <a:extLst>
              <a:ext uri="{FF2B5EF4-FFF2-40B4-BE49-F238E27FC236}">
                <a16:creationId xmlns:a16="http://schemas.microsoft.com/office/drawing/2014/main" id="{56F1A036-8E09-080C-FAB3-449F09F05BFE}"/>
              </a:ext>
            </a:extLst>
          </p:cNvPr>
          <p:cNvSpPr>
            <a:spLocks noGrp="1"/>
          </p:cNvSpPr>
          <p:nvPr>
            <p:ph type="body"/>
          </p:nvPr>
        </p:nvSpPr>
        <p:spPr>
          <a:xfrm>
            <a:off x="483832" y="2220214"/>
            <a:ext cx="8399600" cy="3723620"/>
          </a:xfrm>
        </p:spPr>
        <p:txBody>
          <a:bodyPr/>
          <a:lstStyle/>
          <a:p>
            <a:r>
              <a:rPr lang="pt-BR" sz="2000" dirty="0"/>
              <a:t> </a:t>
            </a:r>
            <a:r>
              <a:rPr lang="pt-BR" sz="2000" dirty="0" smtClean="0"/>
              <a:t>    </a:t>
            </a:r>
            <a:r>
              <a:rPr lang="pt-BR" sz="2000" dirty="0"/>
              <a:t>A Inteligência Artificial Generativa é um tipo de IA capaz de criar novos conteúdos, como textos, imagens, áudios ou códigos, a partir de padrões aprendidos em grandes volumes de dados</a:t>
            </a:r>
            <a:r>
              <a:rPr lang="pt-BR" sz="2000" dirty="0" smtClean="0"/>
              <a:t>.</a:t>
            </a:r>
          </a:p>
          <a:p>
            <a:endParaRPr lang="pt-BR" sz="2000" dirty="0"/>
          </a:p>
          <a:p>
            <a:r>
              <a:rPr lang="pt-BR" sz="2000" dirty="0"/>
              <a:t>Em vez de apenas analisar ou classificar informações, ela “gera” algo novo, simulando a criatividade humana com base no que aprendeu</a:t>
            </a:r>
            <a:r>
              <a:rPr lang="pt-BR" sz="2000" dirty="0" smtClean="0"/>
              <a:t>.</a:t>
            </a:r>
          </a:p>
          <a:p>
            <a:endParaRPr lang="pt-BR" sz="2000" dirty="0"/>
          </a:p>
          <a:p>
            <a:r>
              <a:rPr lang="pt-BR" sz="2000" dirty="0"/>
              <a:t>Exemplo: ferramentas que escrevem textos, criam imagens ou geram respostas automaticamente a partir de um comando do usuário.</a:t>
            </a:r>
          </a:p>
          <a:p>
            <a:pPr algn="just"/>
            <a:endParaRPr lang="pt-BR" sz="2000" dirty="0"/>
          </a:p>
        </p:txBody>
      </p:sp>
    </p:spTree>
    <p:extLst>
      <p:ext uri="{BB962C8B-B14F-4D97-AF65-F5344CB8AC3E}">
        <p14:creationId xmlns:p14="http://schemas.microsoft.com/office/powerpoint/2010/main" val="592363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5DB13A-4917-23F2-65E0-9F5D5D7A9D79}"/>
              </a:ext>
            </a:extLst>
          </p:cNvPr>
          <p:cNvSpPr>
            <a:spLocks noGrp="1"/>
          </p:cNvSpPr>
          <p:nvPr>
            <p:ph type="title"/>
          </p:nvPr>
        </p:nvSpPr>
        <p:spPr>
          <a:xfrm>
            <a:off x="568357" y="1384916"/>
            <a:ext cx="8315075" cy="707844"/>
          </a:xfrm>
        </p:spPr>
        <p:txBody>
          <a:bodyPr/>
          <a:lstStyle/>
          <a:p>
            <a:pPr algn="ctr"/>
            <a:r>
              <a:rPr lang="pt-BR" sz="2400" dirty="0" smtClean="0"/>
              <a:t/>
            </a:r>
            <a:br>
              <a:rPr lang="pt-BR" sz="2400" dirty="0" smtClean="0"/>
            </a:br>
            <a:r>
              <a:rPr lang="pt-BR" sz="2400" dirty="0" smtClean="0"/>
              <a:t/>
            </a:r>
            <a:br>
              <a:rPr lang="pt-BR" sz="2400" dirty="0" smtClean="0"/>
            </a:br>
            <a:r>
              <a:rPr lang="pt-BR" sz="2400" dirty="0" smtClean="0"/>
              <a:t>Exemplos</a:t>
            </a:r>
            <a:r>
              <a:rPr lang="pt-BR" sz="2400" dirty="0" smtClean="0"/>
              <a:t> </a:t>
            </a:r>
            <a:r>
              <a:rPr lang="pt-BR" sz="2400" dirty="0"/>
              <a:t>Inteligência Artificial Generativa?</a:t>
            </a:r>
          </a:p>
        </p:txBody>
      </p:sp>
      <p:sp>
        <p:nvSpPr>
          <p:cNvPr id="3" name="Espaço Reservado para Texto 2">
            <a:extLst>
              <a:ext uri="{FF2B5EF4-FFF2-40B4-BE49-F238E27FC236}">
                <a16:creationId xmlns:a16="http://schemas.microsoft.com/office/drawing/2014/main" id="{56F1A036-8E09-080C-FAB3-449F09F05BFE}"/>
              </a:ext>
            </a:extLst>
          </p:cNvPr>
          <p:cNvSpPr>
            <a:spLocks noGrp="1"/>
          </p:cNvSpPr>
          <p:nvPr>
            <p:ph type="body"/>
          </p:nvPr>
        </p:nvSpPr>
        <p:spPr>
          <a:xfrm>
            <a:off x="483832" y="2299316"/>
            <a:ext cx="8399600" cy="2730117"/>
          </a:xfrm>
        </p:spPr>
        <p:txBody>
          <a:bodyPr/>
          <a:lstStyle/>
          <a:p>
            <a:r>
              <a:rPr lang="pt-BR" sz="2000" dirty="0"/>
              <a:t> </a:t>
            </a:r>
            <a:r>
              <a:rPr lang="pt-BR" sz="2000" dirty="0" smtClean="0"/>
              <a:t>    </a:t>
            </a:r>
            <a:r>
              <a:rPr lang="pt-BR" sz="2000" dirty="0"/>
              <a:t>ChatGPT – gera textos, responde perguntas, escreve </a:t>
            </a:r>
            <a:r>
              <a:rPr lang="pt-BR" sz="2000" dirty="0" smtClean="0"/>
              <a:t>código;</a:t>
            </a:r>
          </a:p>
          <a:p>
            <a:endParaRPr lang="pt-BR" sz="2000" dirty="0"/>
          </a:p>
          <a:p>
            <a:r>
              <a:rPr lang="pt-BR" sz="2000" dirty="0" smtClean="0"/>
              <a:t>     DALL-E</a:t>
            </a:r>
            <a:r>
              <a:rPr lang="pt-BR" sz="2000" dirty="0"/>
              <a:t> – cria imagens a partir de </a:t>
            </a:r>
            <a:r>
              <a:rPr lang="pt-BR" sz="2000" dirty="0" smtClean="0"/>
              <a:t>descrições;</a:t>
            </a:r>
          </a:p>
          <a:p>
            <a:endParaRPr lang="pt-BR" sz="2000" dirty="0"/>
          </a:p>
          <a:p>
            <a:r>
              <a:rPr lang="pt-BR" sz="2000" dirty="0" smtClean="0"/>
              <a:t>     Midjourney</a:t>
            </a:r>
            <a:r>
              <a:rPr lang="pt-BR" sz="2000" dirty="0"/>
              <a:t> – gera ilustrações e </a:t>
            </a:r>
            <a:r>
              <a:rPr lang="pt-BR" sz="2000" dirty="0" smtClean="0"/>
              <a:t>arte;</a:t>
            </a:r>
          </a:p>
          <a:p>
            <a:endParaRPr lang="pt-BR" sz="2000" dirty="0"/>
          </a:p>
          <a:p>
            <a:r>
              <a:rPr lang="pt-BR" sz="2000" dirty="0" smtClean="0"/>
              <a:t>     GitHub </a:t>
            </a:r>
            <a:r>
              <a:rPr lang="pt-BR" sz="2000" dirty="0"/>
              <a:t>Copilot – ajuda programadores a escrever </a:t>
            </a:r>
            <a:r>
              <a:rPr lang="pt-BR" sz="2000" dirty="0" smtClean="0"/>
              <a:t>código.</a:t>
            </a:r>
            <a:endParaRPr lang="pt-BR" sz="2000" dirty="0"/>
          </a:p>
          <a:p>
            <a:pPr algn="just"/>
            <a:endParaRPr lang="pt-BR" sz="2000" dirty="0"/>
          </a:p>
        </p:txBody>
      </p:sp>
    </p:spTree>
    <p:extLst>
      <p:ext uri="{BB962C8B-B14F-4D97-AF65-F5344CB8AC3E}">
        <p14:creationId xmlns:p14="http://schemas.microsoft.com/office/powerpoint/2010/main" val="543802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9FD2C-6E18-A76E-5484-0482F7CB0FF9}"/>
            </a:ext>
          </a:extLst>
        </p:cNvPr>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42A35CB9-412B-BD4D-7CD6-6C74E9D8AEF5}"/>
              </a:ext>
            </a:extLst>
          </p:cNvPr>
          <p:cNvSpPr>
            <a:spLocks noGrp="1"/>
          </p:cNvSpPr>
          <p:nvPr>
            <p:ph type="body"/>
          </p:nvPr>
        </p:nvSpPr>
        <p:spPr>
          <a:xfrm>
            <a:off x="457200" y="2206996"/>
            <a:ext cx="7948863" cy="3512379"/>
          </a:xfrm>
        </p:spPr>
        <p:txBody>
          <a:bodyPr/>
          <a:lstStyle/>
          <a:p>
            <a:pPr algn="just"/>
            <a:r>
              <a:rPr lang="pt-BR" sz="2000" dirty="0"/>
              <a:t> </a:t>
            </a:r>
            <a:r>
              <a:rPr lang="pt-BR" sz="2000" dirty="0" smtClean="0"/>
              <a:t>     O </a:t>
            </a:r>
            <a:r>
              <a:rPr lang="pt-BR" sz="2000" dirty="0"/>
              <a:t>PLN é o campo da Inteligência Artificial dedicado a permitir que computadores compreendam, interpretem e manipulem a linguagem humana. Engloba tarefas como tradução automática, análise de sentimentos, extração de informações e reconhecimento de fala. Por décadas, utilizou abordagens simbólicas (regras gramaticais) e estatísticas para "quebrar" a língua em partes analisáveis, sendo a base fundamental para qualquer interação entre humanos e máquinas via texto.</a:t>
            </a:r>
            <a:endParaRPr lang="pt-BR" sz="2000" dirty="0">
              <a:latin typeface="+mn-lt"/>
              <a:ea typeface="+mn-ea"/>
              <a:cs typeface="+mn-cs"/>
            </a:endParaRPr>
          </a:p>
        </p:txBody>
      </p:sp>
      <p:sp>
        <p:nvSpPr>
          <p:cNvPr id="15" name="Título 1">
            <a:extLst>
              <a:ext uri="{FF2B5EF4-FFF2-40B4-BE49-F238E27FC236}">
                <a16:creationId xmlns:a16="http://schemas.microsoft.com/office/drawing/2014/main" id="{927CAFC7-C771-0965-F79C-1CC441D6A77E}"/>
              </a:ext>
            </a:extLst>
          </p:cNvPr>
          <p:cNvSpPr txBox="1">
            <a:spLocks/>
          </p:cNvSpPr>
          <p:nvPr/>
        </p:nvSpPr>
        <p:spPr>
          <a:xfrm>
            <a:off x="457200" y="1602887"/>
            <a:ext cx="8417169" cy="906379"/>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400" dirty="0"/>
              <a:t>O que é Processamento de Linguagem Natural (PLN)?</a:t>
            </a:r>
          </a:p>
        </p:txBody>
      </p:sp>
    </p:spTree>
    <p:extLst>
      <p:ext uri="{BB962C8B-B14F-4D97-AF65-F5344CB8AC3E}">
        <p14:creationId xmlns:p14="http://schemas.microsoft.com/office/powerpoint/2010/main" val="4111387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1171852" y="1384917"/>
            <a:ext cx="7009155" cy="4509855"/>
          </a:xfrm>
          <a:prstGeom prst="rect">
            <a:avLst/>
          </a:prstGeom>
        </p:spPr>
      </p:pic>
    </p:spTree>
    <p:extLst>
      <p:ext uri="{BB962C8B-B14F-4D97-AF65-F5344CB8AC3E}">
        <p14:creationId xmlns:p14="http://schemas.microsoft.com/office/powerpoint/2010/main" val="303631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C888A-A004-2F16-22D4-6ABAC9EA09FF}"/>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260962BE-DCDA-6B4C-5DE9-CC42C25091BC}"/>
              </a:ext>
            </a:extLst>
          </p:cNvPr>
          <p:cNvSpPr txBox="1">
            <a:spLocks/>
          </p:cNvSpPr>
          <p:nvPr/>
        </p:nvSpPr>
        <p:spPr>
          <a:xfrm>
            <a:off x="457200" y="1366291"/>
            <a:ext cx="8417169" cy="132081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400" dirty="0"/>
              <a:t>O que são </a:t>
            </a:r>
            <a:r>
              <a:rPr lang="pt-BR" sz="2400" dirty="0" smtClean="0"/>
              <a:t>Modelos de Linguagem de grande escala </a:t>
            </a:r>
            <a:r>
              <a:rPr lang="pt-BR" sz="2400" dirty="0"/>
              <a:t>(LLMs)?</a:t>
            </a:r>
          </a:p>
        </p:txBody>
      </p:sp>
      <p:sp>
        <p:nvSpPr>
          <p:cNvPr id="6" name="CaixaDeTexto 5">
            <a:extLst>
              <a:ext uri="{FF2B5EF4-FFF2-40B4-BE49-F238E27FC236}">
                <a16:creationId xmlns:a16="http://schemas.microsoft.com/office/drawing/2014/main" id="{9AC9709C-BB10-34D9-B8DA-45299BBCB226}"/>
              </a:ext>
            </a:extLst>
          </p:cNvPr>
          <p:cNvSpPr txBox="1"/>
          <p:nvPr/>
        </p:nvSpPr>
        <p:spPr>
          <a:xfrm>
            <a:off x="457200" y="2687103"/>
            <a:ext cx="8045116" cy="2554545"/>
          </a:xfrm>
          <a:prstGeom prst="rect">
            <a:avLst/>
          </a:prstGeom>
          <a:noFill/>
        </p:spPr>
        <p:txBody>
          <a:bodyPr wrap="square" rtlCol="0">
            <a:spAutoFit/>
          </a:bodyPr>
          <a:lstStyle/>
          <a:p>
            <a:pPr algn="just"/>
            <a:r>
              <a:rPr lang="pt-BR" sz="2000" dirty="0" smtClean="0"/>
              <a:t>     LLMs </a:t>
            </a:r>
            <a:r>
              <a:rPr lang="pt-BR" sz="2000" dirty="0"/>
              <a:t>são modelos de aprendizado profundo de escala massiva, com bilhões de parâmetros, treinados em enormes coleções de textos da internet. Eles são a ferramenta mais avançada dentro do PLN, utilizando a arquitetura </a:t>
            </a:r>
            <a:r>
              <a:rPr lang="pt-BR" sz="2000" dirty="0" smtClean="0"/>
              <a:t>RNNs/ LSTM eTransformers </a:t>
            </a:r>
            <a:r>
              <a:rPr lang="pt-BR" sz="2000" dirty="0"/>
              <a:t>para aprender o contexto das palavras. Na prática, são a interseção entre o PLN e a IA Generativa: aplicam o entendimento linguístico para </a:t>
            </a:r>
            <a:r>
              <a:rPr lang="pt-BR" sz="2000" i="1" dirty="0"/>
              <a:t>gerar</a:t>
            </a:r>
            <a:r>
              <a:rPr lang="pt-BR" sz="2000" dirty="0"/>
              <a:t> respostas coerentes, como visto no ChatGPT, Gemini e Llama.</a:t>
            </a:r>
          </a:p>
        </p:txBody>
      </p:sp>
    </p:spTree>
    <p:extLst>
      <p:ext uri="{BB962C8B-B14F-4D97-AF65-F5344CB8AC3E}">
        <p14:creationId xmlns:p14="http://schemas.microsoft.com/office/powerpoint/2010/main" val="927012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99B-5925-617B-45F8-656B735CD334}"/>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F4C7C6A6-3D08-308D-4D00-F5F63FB6ED4F}"/>
              </a:ext>
            </a:extLst>
          </p:cNvPr>
          <p:cNvSpPr txBox="1">
            <a:spLocks/>
          </p:cNvSpPr>
          <p:nvPr/>
        </p:nvSpPr>
        <p:spPr>
          <a:xfrm>
            <a:off x="515815" y="1394755"/>
            <a:ext cx="8417169" cy="132081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400" dirty="0"/>
              <a:t>A evolução inicial (décadas de 1950 a 2000)</a:t>
            </a:r>
          </a:p>
        </p:txBody>
      </p:sp>
      <p:sp>
        <p:nvSpPr>
          <p:cNvPr id="6" name="CaixaDeTexto 5">
            <a:extLst>
              <a:ext uri="{FF2B5EF4-FFF2-40B4-BE49-F238E27FC236}">
                <a16:creationId xmlns:a16="http://schemas.microsoft.com/office/drawing/2014/main" id="{36F98CA4-B7B2-683F-1062-53934953B162}"/>
              </a:ext>
            </a:extLst>
          </p:cNvPr>
          <p:cNvSpPr txBox="1"/>
          <p:nvPr/>
        </p:nvSpPr>
        <p:spPr>
          <a:xfrm>
            <a:off x="457200" y="2867967"/>
            <a:ext cx="8701844" cy="2554545"/>
          </a:xfrm>
          <a:prstGeom prst="rect">
            <a:avLst/>
          </a:prstGeom>
          <a:noFill/>
        </p:spPr>
        <p:txBody>
          <a:bodyPr wrap="square" rtlCol="0">
            <a:spAutoFit/>
          </a:bodyPr>
          <a:lstStyle/>
          <a:p>
            <a:pPr algn="just"/>
            <a:r>
              <a:rPr lang="pt-BR" sz="2000" dirty="0" smtClean="0"/>
              <a:t>     O </a:t>
            </a:r>
            <a:r>
              <a:rPr lang="pt-BR" sz="2000" dirty="0"/>
              <a:t>PLN surgiu na década de 1950 com experimentos de tradução automática baseados em regras rígidas (IA simbólica). Nos anos 1990, a abordagem estatística ganhou força, permitindo que sistemas aprendessem probabilidades com dados. A IA Generativa, nesse período, era limitada a modelos como HMMs (Hidden Markov Models) para geração de sequências curtas. Foi uma era de descobertas fundamentais, mas esbarrava na baixa capacidade computacional e na falta de grandes volumes de dados.</a:t>
            </a:r>
          </a:p>
        </p:txBody>
      </p:sp>
      <p:sp>
        <p:nvSpPr>
          <p:cNvPr id="2" name="Rectangle 1">
            <a:extLst>
              <a:ext uri="{FF2B5EF4-FFF2-40B4-BE49-F238E27FC236}">
                <a16:creationId xmlns:a16="http://schemas.microsoft.com/office/drawing/2014/main" id="{84136A4D-F660-CBED-B931-65832608D00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0D477470-1830-5A85-388B-E9BD534519AF}"/>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1724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58335-E45C-83B5-7D9E-E30E20158059}"/>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01D15B75-C44D-C7BE-9C07-550F76874DC6}"/>
              </a:ext>
            </a:extLst>
          </p:cNvPr>
          <p:cNvSpPr txBox="1">
            <a:spLocks/>
          </p:cNvSpPr>
          <p:nvPr/>
        </p:nvSpPr>
        <p:spPr>
          <a:xfrm>
            <a:off x="363415" y="1178319"/>
            <a:ext cx="8417169" cy="132081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400" dirty="0" smtClean="0"/>
              <a:t>O </a:t>
            </a:r>
            <a:r>
              <a:rPr lang="pt-BR" sz="2400" dirty="0"/>
              <a:t>boom dos LLMs (2017 até hoje)</a:t>
            </a:r>
          </a:p>
        </p:txBody>
      </p:sp>
      <p:sp>
        <p:nvSpPr>
          <p:cNvPr id="6" name="CaixaDeTexto 5">
            <a:extLst>
              <a:ext uri="{FF2B5EF4-FFF2-40B4-BE49-F238E27FC236}">
                <a16:creationId xmlns:a16="http://schemas.microsoft.com/office/drawing/2014/main" id="{1ACF2DC3-126C-576B-4BAD-528243B2EB59}"/>
              </a:ext>
            </a:extLst>
          </p:cNvPr>
          <p:cNvSpPr txBox="1"/>
          <p:nvPr/>
        </p:nvSpPr>
        <p:spPr>
          <a:xfrm>
            <a:off x="221078" y="2943014"/>
            <a:ext cx="8701844" cy="1754326"/>
          </a:xfrm>
          <a:prstGeom prst="rect">
            <a:avLst/>
          </a:prstGeom>
          <a:noFill/>
        </p:spPr>
        <p:txBody>
          <a:bodyPr wrap="square" rtlCol="0">
            <a:spAutoFit/>
          </a:bodyPr>
          <a:lstStyle/>
          <a:p>
            <a:pPr algn="just"/>
            <a:r>
              <a:rPr lang="pt-BR" dirty="0" smtClean="0"/>
              <a:t>     Em </a:t>
            </a:r>
            <a:r>
              <a:rPr lang="pt-BR" dirty="0"/>
              <a:t>2017, o artigo </a:t>
            </a:r>
            <a:r>
              <a:rPr lang="pt-BR" i="1" dirty="0"/>
              <a:t>"Attention is All You Need"</a:t>
            </a:r>
            <a:r>
              <a:rPr lang="pt-BR" dirty="0"/>
              <a:t> </a:t>
            </a:r>
            <a:r>
              <a:rPr lang="pt-BR" dirty="0" smtClean="0"/>
              <a:t> (</a:t>
            </a:r>
            <a:r>
              <a:rPr lang="pt-BR" dirty="0"/>
              <a:t>Google Brain</a:t>
            </a:r>
            <a:r>
              <a:rPr lang="pt-BR" dirty="0" smtClean="0"/>
              <a:t>)apresentou </a:t>
            </a:r>
            <a:r>
              <a:rPr lang="pt-BR" dirty="0"/>
              <a:t>o Transformer, permitindo paralelismo e escalonamento massivo. Em 2018, a OpenAI lançou o GPT-1 e o Google o BERT, provando que escalar modelos trazia ganhos exponenciais. O marco definitivo foi o ChatGPT em 2022, que popularizou a IA Generativa para o público geral. A partir daí, LLMs evoluíram para sistemas multimodais e autônomos, consolidando a terceira onda da IA.</a:t>
            </a:r>
          </a:p>
        </p:txBody>
      </p:sp>
      <p:sp>
        <p:nvSpPr>
          <p:cNvPr id="2" name="Rectangle 1">
            <a:extLst>
              <a:ext uri="{FF2B5EF4-FFF2-40B4-BE49-F238E27FC236}">
                <a16:creationId xmlns:a16="http://schemas.microsoft.com/office/drawing/2014/main" id="{E825703B-1B25-3C22-186B-D42319CFF16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6B4ED97F-558D-59E2-9CB7-E7B05929535A}"/>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6028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5FCD9-62B2-CE7F-B6E9-9E0C923E6D20}"/>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A54F7E4F-77EF-7EE3-9C63-7B479AC668AC}"/>
              </a:ext>
            </a:extLst>
          </p:cNvPr>
          <p:cNvSpPr txBox="1">
            <a:spLocks/>
          </p:cNvSpPr>
          <p:nvPr/>
        </p:nvSpPr>
        <p:spPr>
          <a:xfrm>
            <a:off x="442156" y="1413167"/>
            <a:ext cx="8417169" cy="132081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400" dirty="0" smtClean="0"/>
              <a:t>Mecanismo </a:t>
            </a:r>
            <a:r>
              <a:rPr lang="pt-BR" sz="2400" dirty="0"/>
              <a:t>de Atenção</a:t>
            </a:r>
          </a:p>
        </p:txBody>
      </p:sp>
      <p:sp>
        <p:nvSpPr>
          <p:cNvPr id="6" name="CaixaDeTexto 5">
            <a:extLst>
              <a:ext uri="{FF2B5EF4-FFF2-40B4-BE49-F238E27FC236}">
                <a16:creationId xmlns:a16="http://schemas.microsoft.com/office/drawing/2014/main" id="{B423931E-2312-DFC2-5BAE-6D481472FD07}"/>
              </a:ext>
            </a:extLst>
          </p:cNvPr>
          <p:cNvSpPr txBox="1"/>
          <p:nvPr/>
        </p:nvSpPr>
        <p:spPr>
          <a:xfrm>
            <a:off x="442156" y="2871360"/>
            <a:ext cx="8701844" cy="2246769"/>
          </a:xfrm>
          <a:prstGeom prst="rect">
            <a:avLst/>
          </a:prstGeom>
          <a:noFill/>
        </p:spPr>
        <p:txBody>
          <a:bodyPr wrap="square" rtlCol="0">
            <a:spAutoFit/>
          </a:bodyPr>
          <a:lstStyle/>
          <a:p>
            <a:pPr algn="just"/>
            <a:r>
              <a:rPr lang="pt-BR" sz="2000" dirty="0" smtClean="0"/>
              <a:t>     O </a:t>
            </a:r>
            <a:r>
              <a:rPr lang="pt-BR" sz="2000" dirty="0"/>
              <a:t>grande diferencial do Transformer é o mecanismo de </a:t>
            </a:r>
            <a:r>
              <a:rPr lang="pt-BR" sz="2000" i="1" dirty="0"/>
              <a:t>Self-Attention</a:t>
            </a:r>
            <a:r>
              <a:rPr lang="pt-BR" sz="2000" dirty="0"/>
              <a:t>, que avalia a importância de cada palavra em relação a todas as outras em uma frase. Isso resolve o problema de dependências de longo alcance (ex: associar o verbo ao sujeito correto em orações longas). Além disso, ele processa todas as palavras simultaneamente (paralelismo), diferentemente das redes recorrentes (</a:t>
            </a:r>
            <a:r>
              <a:rPr lang="pt-BR" sz="2000" dirty="0" smtClean="0"/>
              <a:t>RNNs/LSTM), </a:t>
            </a:r>
            <a:r>
              <a:rPr lang="pt-BR" sz="2000" dirty="0"/>
              <a:t>o que viabilizou o treinamento em GPUs com bilhões de parâmetros.</a:t>
            </a:r>
          </a:p>
        </p:txBody>
      </p:sp>
      <p:sp>
        <p:nvSpPr>
          <p:cNvPr id="2" name="Rectangle 1">
            <a:extLst>
              <a:ext uri="{FF2B5EF4-FFF2-40B4-BE49-F238E27FC236}">
                <a16:creationId xmlns:a16="http://schemas.microsoft.com/office/drawing/2014/main" id="{A118985F-F68C-9384-ECBD-B641ADC2D95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A6B3B11-5D6F-B1BB-76A6-F70AFDD9AB2B}"/>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11" name="CaixaDeTexto 10">
            <a:extLst>
              <a:ext uri="{FF2B5EF4-FFF2-40B4-BE49-F238E27FC236}">
                <a16:creationId xmlns:a16="http://schemas.microsoft.com/office/drawing/2014/main" id="{BF2E0496-315A-53B2-B5FB-FCD1AFC8F312}"/>
              </a:ext>
            </a:extLst>
          </p:cNvPr>
          <p:cNvSpPr txBox="1"/>
          <p:nvPr/>
        </p:nvSpPr>
        <p:spPr>
          <a:xfrm>
            <a:off x="2127738" y="5602085"/>
            <a:ext cx="4572000" cy="307777"/>
          </a:xfrm>
          <a:prstGeom prst="rect">
            <a:avLst/>
          </a:prstGeom>
          <a:noFill/>
        </p:spPr>
        <p:txBody>
          <a:bodyPr wrap="square">
            <a:spAutoFit/>
          </a:bodyPr>
          <a:lstStyle/>
          <a:p>
            <a:pPr algn="ctr"/>
            <a:r>
              <a:rPr lang="pt-BR" sz="1400" dirty="0"/>
              <a:t> Fonte: Autor (2026)</a:t>
            </a:r>
          </a:p>
        </p:txBody>
      </p:sp>
    </p:spTree>
    <p:extLst>
      <p:ext uri="{BB962C8B-B14F-4D97-AF65-F5344CB8AC3E}">
        <p14:creationId xmlns:p14="http://schemas.microsoft.com/office/powerpoint/2010/main" val="3618039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5FCD9-62B2-CE7F-B6E9-9E0C923E6D20}"/>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A54F7E4F-77EF-7EE3-9C63-7B479AC668AC}"/>
              </a:ext>
            </a:extLst>
          </p:cNvPr>
          <p:cNvSpPr txBox="1">
            <a:spLocks/>
          </p:cNvSpPr>
          <p:nvPr/>
        </p:nvSpPr>
        <p:spPr>
          <a:xfrm>
            <a:off x="442156" y="1501944"/>
            <a:ext cx="8417169" cy="64645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400" dirty="0"/>
              <a:t>Como um LLM (Large Language Model) funciona</a:t>
            </a:r>
            <a:endParaRPr lang="pt-BR" sz="2400" b="1" dirty="0"/>
          </a:p>
          <a:p>
            <a:pPr algn="ctr"/>
            <a:endParaRPr lang="pt-BR" sz="2400" dirty="0"/>
          </a:p>
        </p:txBody>
      </p:sp>
      <p:sp>
        <p:nvSpPr>
          <p:cNvPr id="6" name="CaixaDeTexto 5">
            <a:extLst>
              <a:ext uri="{FF2B5EF4-FFF2-40B4-BE49-F238E27FC236}">
                <a16:creationId xmlns:a16="http://schemas.microsoft.com/office/drawing/2014/main" id="{B423931E-2312-DFC2-5BAE-6D481472FD07}"/>
              </a:ext>
            </a:extLst>
          </p:cNvPr>
          <p:cNvSpPr txBox="1"/>
          <p:nvPr/>
        </p:nvSpPr>
        <p:spPr>
          <a:xfrm>
            <a:off x="442156" y="2124210"/>
            <a:ext cx="8701844" cy="4031873"/>
          </a:xfrm>
          <a:prstGeom prst="rect">
            <a:avLst/>
          </a:prstGeom>
          <a:noFill/>
        </p:spPr>
        <p:txBody>
          <a:bodyPr wrap="square" rtlCol="0">
            <a:spAutoFit/>
          </a:bodyPr>
          <a:lstStyle/>
          <a:p>
            <a:r>
              <a:rPr lang="pt-BR" dirty="0"/>
              <a:t>1. Treinamento com grandes volumes de dados</a:t>
            </a:r>
            <a:br>
              <a:rPr lang="pt-BR" dirty="0"/>
            </a:br>
            <a:r>
              <a:rPr lang="pt-BR" dirty="0"/>
              <a:t>• O modelo é treinado com bilhões de textos (livros, sites, artigos, códigos)</a:t>
            </a:r>
            <a:br>
              <a:rPr lang="pt-BR" dirty="0"/>
            </a:br>
            <a:r>
              <a:rPr lang="pt-BR" dirty="0"/>
              <a:t>• Aprende padrões da linguagem: palavras, frases e </a:t>
            </a:r>
            <a:r>
              <a:rPr lang="pt-BR" dirty="0" smtClean="0"/>
              <a:t>contextos.</a:t>
            </a:r>
          </a:p>
          <a:p>
            <a:endParaRPr lang="pt-BR" dirty="0"/>
          </a:p>
          <a:p>
            <a:r>
              <a:rPr lang="pt-BR" dirty="0" smtClean="0"/>
              <a:t>2</a:t>
            </a:r>
            <a:r>
              <a:rPr lang="pt-BR" dirty="0"/>
              <a:t>. Tokenização (quebra do texto)</a:t>
            </a:r>
            <a:br>
              <a:rPr lang="pt-BR" dirty="0"/>
            </a:br>
            <a:r>
              <a:rPr lang="pt-BR" dirty="0"/>
              <a:t>• O texto é dividido em pequenas partes chamadas </a:t>
            </a:r>
            <a:r>
              <a:rPr lang="pt-BR" i="1" dirty="0"/>
              <a:t>tokens</a:t>
            </a:r>
            <a:r>
              <a:rPr lang="pt-BR" dirty="0"/>
              <a:t/>
            </a:r>
            <a:br>
              <a:rPr lang="pt-BR" dirty="0"/>
            </a:br>
            <a:r>
              <a:rPr lang="pt-BR" dirty="0"/>
              <a:t>• Exemplo: “Inteligência Artificial” → [“Inteligência”, “Artificial</a:t>
            </a:r>
            <a:r>
              <a:rPr lang="pt-BR" dirty="0" smtClean="0"/>
              <a:t>”].</a:t>
            </a:r>
          </a:p>
          <a:p>
            <a:endParaRPr lang="pt-BR" dirty="0"/>
          </a:p>
          <a:p>
            <a:r>
              <a:rPr lang="pt-BR" dirty="0" smtClean="0"/>
              <a:t>3</a:t>
            </a:r>
            <a:r>
              <a:rPr lang="pt-BR" dirty="0"/>
              <a:t>. Arquitetura Transformer</a:t>
            </a:r>
            <a:br>
              <a:rPr lang="pt-BR" dirty="0"/>
            </a:br>
            <a:r>
              <a:rPr lang="pt-BR" dirty="0"/>
              <a:t>• Utiliza mecanismos de </a:t>
            </a:r>
            <a:r>
              <a:rPr lang="pt-BR" i="1" dirty="0"/>
              <a:t>atenção</a:t>
            </a:r>
            <a:r>
              <a:rPr lang="pt-BR" dirty="0"/>
              <a:t> (attention)</a:t>
            </a:r>
            <a:br>
              <a:rPr lang="pt-BR" dirty="0"/>
            </a:br>
            <a:r>
              <a:rPr lang="pt-BR" dirty="0"/>
              <a:t>• Entende o contexto das palavras dentro de uma frase</a:t>
            </a:r>
            <a:br>
              <a:rPr lang="pt-BR" dirty="0"/>
            </a:br>
            <a:r>
              <a:rPr lang="pt-BR" dirty="0"/>
              <a:t>• Considera relações entre palavras, mesmo </a:t>
            </a:r>
            <a:r>
              <a:rPr lang="pt-BR" dirty="0" smtClean="0"/>
              <a:t>distantes.</a:t>
            </a:r>
            <a:endParaRPr lang="pt-BR" dirty="0"/>
          </a:p>
          <a:p>
            <a:r>
              <a:rPr lang="pt-BR" sz="2000" dirty="0"/>
              <a:t/>
            </a:r>
            <a:br>
              <a:rPr lang="pt-BR" sz="2000" dirty="0"/>
            </a:br>
            <a:endParaRPr lang="pt-BR" sz="2000" dirty="0"/>
          </a:p>
        </p:txBody>
      </p:sp>
      <p:sp>
        <p:nvSpPr>
          <p:cNvPr id="2" name="Rectangle 1">
            <a:extLst>
              <a:ext uri="{FF2B5EF4-FFF2-40B4-BE49-F238E27FC236}">
                <a16:creationId xmlns:a16="http://schemas.microsoft.com/office/drawing/2014/main" id="{A118985F-F68C-9384-ECBD-B641ADC2D95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A6B3B11-5D6F-B1BB-76A6-F70AFDD9AB2B}"/>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53700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5FCD9-62B2-CE7F-B6E9-9E0C923E6D20}"/>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A54F7E4F-77EF-7EE3-9C63-7B479AC668AC}"/>
              </a:ext>
            </a:extLst>
          </p:cNvPr>
          <p:cNvSpPr txBox="1">
            <a:spLocks/>
          </p:cNvSpPr>
          <p:nvPr/>
        </p:nvSpPr>
        <p:spPr>
          <a:xfrm>
            <a:off x="442156" y="1349544"/>
            <a:ext cx="8417169" cy="64645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400" dirty="0"/>
              <a:t>Como um LLM (Large Language Model) funciona</a:t>
            </a:r>
            <a:endParaRPr lang="pt-BR" sz="2400" b="1" dirty="0"/>
          </a:p>
          <a:p>
            <a:pPr algn="ctr"/>
            <a:endParaRPr lang="pt-BR" sz="2400" dirty="0"/>
          </a:p>
        </p:txBody>
      </p:sp>
      <p:sp>
        <p:nvSpPr>
          <p:cNvPr id="6" name="CaixaDeTexto 5">
            <a:extLst>
              <a:ext uri="{FF2B5EF4-FFF2-40B4-BE49-F238E27FC236}">
                <a16:creationId xmlns:a16="http://schemas.microsoft.com/office/drawing/2014/main" id="{B423931E-2312-DFC2-5BAE-6D481472FD07}"/>
              </a:ext>
            </a:extLst>
          </p:cNvPr>
          <p:cNvSpPr txBox="1"/>
          <p:nvPr/>
        </p:nvSpPr>
        <p:spPr>
          <a:xfrm>
            <a:off x="442156" y="1662413"/>
            <a:ext cx="8701844" cy="5139869"/>
          </a:xfrm>
          <a:prstGeom prst="rect">
            <a:avLst/>
          </a:prstGeom>
          <a:noFill/>
        </p:spPr>
        <p:txBody>
          <a:bodyPr wrap="square" rtlCol="0">
            <a:spAutoFit/>
          </a:bodyPr>
          <a:lstStyle/>
          <a:p>
            <a:r>
              <a:rPr lang="pt-BR" dirty="0"/>
              <a:t>4. Aprendizado de probabilidades</a:t>
            </a:r>
            <a:br>
              <a:rPr lang="pt-BR" dirty="0"/>
            </a:br>
            <a:r>
              <a:rPr lang="pt-BR" dirty="0"/>
              <a:t>• O modelo aprende a prever a próxima palavra</a:t>
            </a:r>
            <a:br>
              <a:rPr lang="pt-BR" dirty="0"/>
            </a:br>
            <a:r>
              <a:rPr lang="pt-BR" dirty="0"/>
              <a:t>• Exemplo: “O céu é…” → maior probabilidade: “azul”</a:t>
            </a:r>
            <a:br>
              <a:rPr lang="pt-BR" dirty="0"/>
            </a:br>
            <a:r>
              <a:rPr lang="pt-BR" dirty="0"/>
              <a:t>• Baseado em padrões estatísticos </a:t>
            </a:r>
            <a:r>
              <a:rPr lang="pt-BR" dirty="0" smtClean="0"/>
              <a:t>aprendidos.</a:t>
            </a:r>
          </a:p>
          <a:p>
            <a:endParaRPr lang="pt-BR" dirty="0"/>
          </a:p>
          <a:p>
            <a:r>
              <a:rPr lang="pt-BR" dirty="0" smtClean="0"/>
              <a:t> </a:t>
            </a:r>
            <a:r>
              <a:rPr lang="pt-BR" dirty="0"/>
              <a:t>5. Geração de respostas (inferência)</a:t>
            </a:r>
            <a:br>
              <a:rPr lang="pt-BR" dirty="0"/>
            </a:br>
            <a:r>
              <a:rPr lang="pt-BR" dirty="0"/>
              <a:t>• Recebe um prompt (entrada do usuário)</a:t>
            </a:r>
            <a:br>
              <a:rPr lang="pt-BR" dirty="0"/>
            </a:br>
            <a:r>
              <a:rPr lang="pt-BR" dirty="0"/>
              <a:t>• Processa o contexto e gera uma resposta token por token</a:t>
            </a:r>
            <a:br>
              <a:rPr lang="pt-BR" dirty="0"/>
            </a:br>
            <a:r>
              <a:rPr lang="pt-BR" dirty="0"/>
              <a:t>• Cada palavra é escolhida com base na probabilidade mais </a:t>
            </a:r>
            <a:r>
              <a:rPr lang="pt-BR" dirty="0" smtClean="0"/>
              <a:t>adequada.</a:t>
            </a:r>
          </a:p>
          <a:p>
            <a:endParaRPr lang="pt-BR" dirty="0"/>
          </a:p>
          <a:p>
            <a:r>
              <a:rPr lang="pt-BR" dirty="0" smtClean="0"/>
              <a:t> </a:t>
            </a:r>
            <a:r>
              <a:rPr lang="pt-BR" dirty="0"/>
              <a:t>6. Ajustes e refinamento (fine-tuning)</a:t>
            </a:r>
            <a:br>
              <a:rPr lang="pt-BR" dirty="0"/>
            </a:br>
            <a:r>
              <a:rPr lang="pt-BR" dirty="0"/>
              <a:t>• Ajustado com dados específicos e feedback humano</a:t>
            </a:r>
            <a:br>
              <a:rPr lang="pt-BR" dirty="0"/>
            </a:br>
            <a:r>
              <a:rPr lang="pt-BR" dirty="0"/>
              <a:t>• Melhora qualidade, coerência e segurança das </a:t>
            </a:r>
            <a:r>
              <a:rPr lang="pt-BR" dirty="0" smtClean="0"/>
              <a:t>respostas.</a:t>
            </a:r>
          </a:p>
          <a:p>
            <a:r>
              <a:rPr lang="pt-BR" b="1" dirty="0"/>
              <a:t>Resumo:</a:t>
            </a:r>
            <a:r>
              <a:rPr lang="pt-BR" dirty="0"/>
              <a:t/>
            </a:r>
            <a:br>
              <a:rPr lang="pt-BR" dirty="0"/>
            </a:br>
            <a:r>
              <a:rPr lang="pt-BR" dirty="0"/>
              <a:t>LLMs não “pensam” como humanos — eles </a:t>
            </a:r>
            <a:r>
              <a:rPr lang="pt-BR" b="1" dirty="0"/>
              <a:t>preveem a próxima palavra com base em padrões aprendidos</a:t>
            </a:r>
            <a:r>
              <a:rPr lang="pt-BR" dirty="0"/>
              <a:t>, gerando respostas coerentes e contextuais.</a:t>
            </a:r>
          </a:p>
          <a:p>
            <a:r>
              <a:rPr lang="pt-BR" sz="2000" dirty="0"/>
              <a:t/>
            </a:r>
            <a:br>
              <a:rPr lang="pt-BR" sz="2000" dirty="0"/>
            </a:br>
            <a:endParaRPr lang="pt-BR" sz="2000" dirty="0"/>
          </a:p>
        </p:txBody>
      </p:sp>
      <p:sp>
        <p:nvSpPr>
          <p:cNvPr id="2" name="Rectangle 1">
            <a:extLst>
              <a:ext uri="{FF2B5EF4-FFF2-40B4-BE49-F238E27FC236}">
                <a16:creationId xmlns:a16="http://schemas.microsoft.com/office/drawing/2014/main" id="{A118985F-F68C-9384-ECBD-B641ADC2D95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A6B3B11-5D6F-B1BB-76A6-F70AFDD9AB2B}"/>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4508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1828A-F162-7257-75AD-6C84AD7F1F77}"/>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18C1550D-7BDE-556B-B7C1-FB731B78E916}"/>
              </a:ext>
            </a:extLst>
          </p:cNvPr>
          <p:cNvSpPr txBox="1">
            <a:spLocks/>
          </p:cNvSpPr>
          <p:nvPr/>
        </p:nvSpPr>
        <p:spPr>
          <a:xfrm>
            <a:off x="457199" y="1338050"/>
            <a:ext cx="8417169" cy="132081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2400" dirty="0"/>
              <a:t>Onde os LLMs n</a:t>
            </a:r>
            <a:r>
              <a:rPr lang="pt-BR" sz="2400" dirty="0" smtClean="0"/>
              <a:t>o </a:t>
            </a:r>
            <a:r>
              <a:rPr lang="pt-BR" sz="2400" dirty="0"/>
              <a:t>dia a dia</a:t>
            </a:r>
          </a:p>
        </p:txBody>
      </p:sp>
      <p:sp>
        <p:nvSpPr>
          <p:cNvPr id="6" name="CaixaDeTexto 5">
            <a:extLst>
              <a:ext uri="{FF2B5EF4-FFF2-40B4-BE49-F238E27FC236}">
                <a16:creationId xmlns:a16="http://schemas.microsoft.com/office/drawing/2014/main" id="{D618BF0A-475D-9982-D77B-AE27E5E4B354}"/>
              </a:ext>
            </a:extLst>
          </p:cNvPr>
          <p:cNvSpPr txBox="1"/>
          <p:nvPr/>
        </p:nvSpPr>
        <p:spPr>
          <a:xfrm>
            <a:off x="314862" y="2744394"/>
            <a:ext cx="8701844" cy="2523768"/>
          </a:xfrm>
          <a:prstGeom prst="rect">
            <a:avLst/>
          </a:prstGeom>
          <a:noFill/>
        </p:spPr>
        <p:txBody>
          <a:bodyPr wrap="square" rtlCol="0">
            <a:spAutoFit/>
          </a:bodyPr>
          <a:lstStyle/>
          <a:p>
            <a:r>
              <a:rPr lang="pt-BR" sz="2000" dirty="0" smtClean="0"/>
              <a:t>     As </a:t>
            </a:r>
            <a:r>
              <a:rPr lang="pt-BR" sz="2000" dirty="0"/>
              <a:t>aplicações vão muito além de chatbots. Na educação, geram resumos, planos de aula e tutores personalizados. Na programação, aceleram a escrita e depuração de </a:t>
            </a:r>
            <a:r>
              <a:rPr lang="pt-BR" sz="2000" dirty="0" smtClean="0"/>
              <a:t>código. </a:t>
            </a:r>
            <a:r>
              <a:rPr lang="pt-BR" sz="2000" dirty="0"/>
              <a:t>Na indústria, automatizam análise de contratos, atendimento ao cliente e sumarização de relatórios extensos. Eles atuam como "copilotos intelectuais", aumentando a produtividade em qualquer profissão que envolva processamento de informações.</a:t>
            </a:r>
          </a:p>
          <a:p>
            <a:endParaRPr lang="pt-BR" dirty="0"/>
          </a:p>
        </p:txBody>
      </p:sp>
      <p:sp>
        <p:nvSpPr>
          <p:cNvPr id="2" name="Rectangle 1">
            <a:extLst>
              <a:ext uri="{FF2B5EF4-FFF2-40B4-BE49-F238E27FC236}">
                <a16:creationId xmlns:a16="http://schemas.microsoft.com/office/drawing/2014/main" id="{FB9B9F2A-389A-A7AA-FCC5-F82B6DDB41E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66231677-F80B-2CB9-BC5F-81C99CB0DF12}"/>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7565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31CDB-3D1C-D2A1-74AC-85D6DBD1FD7A}"/>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F408BB04-D418-5FA9-007A-5097B50C03B8}"/>
              </a:ext>
            </a:extLst>
          </p:cNvPr>
          <p:cNvSpPr txBox="1">
            <a:spLocks/>
          </p:cNvSpPr>
          <p:nvPr/>
        </p:nvSpPr>
        <p:spPr>
          <a:xfrm>
            <a:off x="515815" y="1394755"/>
            <a:ext cx="8417169" cy="132081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dirty="0"/>
              <a:t>Alucinações, vieses e custos</a:t>
            </a:r>
          </a:p>
        </p:txBody>
      </p:sp>
      <p:sp>
        <p:nvSpPr>
          <p:cNvPr id="6" name="CaixaDeTexto 5">
            <a:extLst>
              <a:ext uri="{FF2B5EF4-FFF2-40B4-BE49-F238E27FC236}">
                <a16:creationId xmlns:a16="http://schemas.microsoft.com/office/drawing/2014/main" id="{C03F3A05-8FA0-5645-2A20-24C094ECEC74}"/>
              </a:ext>
            </a:extLst>
          </p:cNvPr>
          <p:cNvSpPr txBox="1"/>
          <p:nvPr/>
        </p:nvSpPr>
        <p:spPr>
          <a:xfrm>
            <a:off x="373478" y="2867967"/>
            <a:ext cx="8701844" cy="3170099"/>
          </a:xfrm>
          <a:prstGeom prst="rect">
            <a:avLst/>
          </a:prstGeom>
          <a:noFill/>
        </p:spPr>
        <p:txBody>
          <a:bodyPr wrap="square" rtlCol="0">
            <a:spAutoFit/>
          </a:bodyPr>
          <a:lstStyle/>
          <a:p>
            <a:r>
              <a:rPr lang="pt-BR" sz="2000" dirty="0"/>
              <a:t> </a:t>
            </a:r>
            <a:r>
              <a:rPr lang="pt-BR" sz="2000" dirty="0" smtClean="0"/>
              <a:t>Os </a:t>
            </a:r>
            <a:r>
              <a:rPr lang="pt-BR" sz="2000" dirty="0"/>
              <a:t>modelos de linguagem, apesar de avançados, apresentam limitações importantes que devem ser consideradas. Um dos principais desafios são as chamadas “alucinações”, quando o modelo gera informações incorretas ou inexistentes com aparente confiança. Além disso, podem refletir vieses presentes nos dados de treinamento, reproduzindo preconceitos ou distorções da sociedade. Outro ponto relevante são os custos envolvidos, tanto no treinamento quanto na operação desses modelos, que exigem grande capacidade computacional e consumo de energia. Portanto, o uso de LLMs deve ser feito de forma crítica, responsável e consciente de suas limitações.</a:t>
            </a:r>
            <a:endParaRPr lang="pt-BR" dirty="0"/>
          </a:p>
        </p:txBody>
      </p:sp>
      <p:sp>
        <p:nvSpPr>
          <p:cNvPr id="2" name="Rectangle 1">
            <a:extLst>
              <a:ext uri="{FF2B5EF4-FFF2-40B4-BE49-F238E27FC236}">
                <a16:creationId xmlns:a16="http://schemas.microsoft.com/office/drawing/2014/main" id="{76C2BAC3-DA6F-F444-71F7-03F9FEE38AA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6596CAE9-BE1C-CF30-6240-3C1198AE779A}"/>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6499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41BA8-C6EF-A954-21D5-06B67A54122F}"/>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CF658D5B-55FF-5450-6766-DA9D0875FA94}"/>
              </a:ext>
            </a:extLst>
          </p:cNvPr>
          <p:cNvSpPr txBox="1">
            <a:spLocks/>
          </p:cNvSpPr>
          <p:nvPr/>
        </p:nvSpPr>
        <p:spPr>
          <a:xfrm>
            <a:off x="457200" y="849778"/>
            <a:ext cx="8417169" cy="132081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dirty="0"/>
              <a:t>Agentes autônomos e o papel do humano</a:t>
            </a:r>
          </a:p>
        </p:txBody>
      </p:sp>
      <p:sp>
        <p:nvSpPr>
          <p:cNvPr id="6" name="CaixaDeTexto 5">
            <a:extLst>
              <a:ext uri="{FF2B5EF4-FFF2-40B4-BE49-F238E27FC236}">
                <a16:creationId xmlns:a16="http://schemas.microsoft.com/office/drawing/2014/main" id="{917AB242-9ACC-F368-51CB-B046FCAC98C9}"/>
              </a:ext>
            </a:extLst>
          </p:cNvPr>
          <p:cNvSpPr txBox="1"/>
          <p:nvPr/>
        </p:nvSpPr>
        <p:spPr>
          <a:xfrm>
            <a:off x="172525" y="1980914"/>
            <a:ext cx="8701844" cy="2523768"/>
          </a:xfrm>
          <a:prstGeom prst="rect">
            <a:avLst/>
          </a:prstGeom>
          <a:noFill/>
        </p:spPr>
        <p:txBody>
          <a:bodyPr wrap="square" rtlCol="0">
            <a:spAutoFit/>
          </a:bodyPr>
          <a:lstStyle/>
          <a:p>
            <a:r>
              <a:rPr lang="pt-BR" sz="2000" dirty="0"/>
              <a:t>O futuro aponta para </a:t>
            </a:r>
            <a:r>
              <a:rPr lang="pt-BR" sz="2000" b="1" dirty="0"/>
              <a:t>Agentes Autônomos</a:t>
            </a:r>
            <a:r>
              <a:rPr lang="pt-BR" sz="2000" dirty="0"/>
              <a:t>, onde LLMs não apenas geram texto, mas executam ações (enviar e-mails, agendar tarefas, comprar insumos). A </a:t>
            </a:r>
            <a:r>
              <a:rPr lang="pt-BR" sz="2000" b="1" dirty="0"/>
              <a:t>multimodalidade</a:t>
            </a:r>
            <a:r>
              <a:rPr lang="pt-BR" sz="2000" dirty="0"/>
              <a:t> integra áudio, vídeo e imagem no mesmo contexto. Contudo, o papel humano se torna mais crítico: curadoria, pensamento crítico e ética serão as habilidades mais valorizadas. A IA Generativa é uma ferramenta poderosa, mas o julgamento final e a responsabilidade sempre serão nossos.</a:t>
            </a:r>
          </a:p>
          <a:p>
            <a:endParaRPr lang="pt-BR" dirty="0"/>
          </a:p>
        </p:txBody>
      </p:sp>
      <p:sp>
        <p:nvSpPr>
          <p:cNvPr id="2" name="Rectangle 1">
            <a:extLst>
              <a:ext uri="{FF2B5EF4-FFF2-40B4-BE49-F238E27FC236}">
                <a16:creationId xmlns:a16="http://schemas.microsoft.com/office/drawing/2014/main" id="{05370283-597E-9854-3A36-C6E010CA59B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A4F71429-7A40-436D-F8DA-BBCA89B62255}"/>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3965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41BA8-C6EF-A954-21D5-06B67A54122F}"/>
            </a:ext>
          </a:extLst>
        </p:cNvPr>
        <p:cNvGrpSpPr/>
        <p:nvPr/>
      </p:nvGrpSpPr>
      <p:grpSpPr>
        <a:xfrm>
          <a:off x="0" y="0"/>
          <a:ext cx="0" cy="0"/>
          <a:chOff x="0" y="0"/>
          <a:chExt cx="0" cy="0"/>
        </a:xfrm>
      </p:grpSpPr>
      <p:sp>
        <p:nvSpPr>
          <p:cNvPr id="15" name="Título 1">
            <a:extLst>
              <a:ext uri="{FF2B5EF4-FFF2-40B4-BE49-F238E27FC236}">
                <a16:creationId xmlns:a16="http://schemas.microsoft.com/office/drawing/2014/main" id="{CF658D5B-55FF-5450-6766-DA9D0875FA94}"/>
              </a:ext>
            </a:extLst>
          </p:cNvPr>
          <p:cNvSpPr txBox="1">
            <a:spLocks/>
          </p:cNvSpPr>
          <p:nvPr/>
        </p:nvSpPr>
        <p:spPr>
          <a:xfrm>
            <a:off x="457200" y="849778"/>
            <a:ext cx="8417169" cy="1320812"/>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2400" dirty="0"/>
              <a:t> Nossa gratidão a vocês!</a:t>
            </a:r>
          </a:p>
        </p:txBody>
      </p:sp>
      <p:sp>
        <p:nvSpPr>
          <p:cNvPr id="6" name="CaixaDeTexto 5">
            <a:extLst>
              <a:ext uri="{FF2B5EF4-FFF2-40B4-BE49-F238E27FC236}">
                <a16:creationId xmlns:a16="http://schemas.microsoft.com/office/drawing/2014/main" id="{917AB242-9ACC-F368-51CB-B046FCAC98C9}"/>
              </a:ext>
            </a:extLst>
          </p:cNvPr>
          <p:cNvSpPr txBox="1"/>
          <p:nvPr/>
        </p:nvSpPr>
        <p:spPr>
          <a:xfrm>
            <a:off x="172525" y="1980914"/>
            <a:ext cx="8701844" cy="2246769"/>
          </a:xfrm>
          <a:prstGeom prst="rect">
            <a:avLst/>
          </a:prstGeom>
          <a:noFill/>
        </p:spPr>
        <p:txBody>
          <a:bodyPr wrap="square" rtlCol="0">
            <a:spAutoFit/>
          </a:bodyPr>
          <a:lstStyle/>
          <a:p>
            <a:r>
              <a:rPr lang="pt-BR" sz="2000" dirty="0"/>
              <a:t>Agradecemos a presença de todos e o interesse genuíno por este tema tão transformador. Que os conceitos vistos hoje inspirem uma relação mais crítica, curiosa e ética com as ferramentas de IA. Lembrem-se: o algoritmo auxilia, mas o olhar humano ainda é insubstituível. Fiquem à vontade para perguntas, dúvidas e provocações – é assim que a ciência avança. Desejamos a todos ótimas descobertas e que a tecnologia esteja sempre a serviço da educação e do bem comum.</a:t>
            </a:r>
          </a:p>
        </p:txBody>
      </p:sp>
      <p:sp>
        <p:nvSpPr>
          <p:cNvPr id="2" name="Rectangle 1">
            <a:extLst>
              <a:ext uri="{FF2B5EF4-FFF2-40B4-BE49-F238E27FC236}">
                <a16:creationId xmlns:a16="http://schemas.microsoft.com/office/drawing/2014/main" id="{05370283-597E-9854-3A36-C6E010CA59B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A4F71429-7A40-436D-F8DA-BBCA89B62255}"/>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200" b="0" i="0" u="none" strike="noStrike" cap="none" normalizeH="0" baseline="0">
                <a:ln>
                  <a:noFill/>
                </a:ln>
                <a:solidFill>
                  <a:srgbClr val="C7C7C7"/>
                </a:solidFill>
                <a:effectLst/>
                <a:latin typeface="Google Sans Text"/>
              </a:rPr>
              <a:t>Estruturar base de dados real, implementar modelos e comparar resultados estatisticamente</a:t>
            </a:r>
            <a:r>
              <a:rPr kumimoji="0" lang="pt-BR" altLang="pt-BR" sz="600" b="0" i="0" u="none" strike="noStrike" cap="none" normalizeH="0" baseline="0">
                <a:ln>
                  <a:noFill/>
                </a:ln>
                <a:solidFill>
                  <a:schemeClr val="tx1"/>
                </a:solidFill>
                <a:effectLst/>
              </a:rPr>
              <a:t/>
            </a:r>
            <a:br>
              <a:rPr kumimoji="0" lang="pt-BR" altLang="pt-BR" sz="600" b="0" i="0" u="none" strike="noStrike" cap="none" normalizeH="0" baseline="0">
                <a:ln>
                  <a:noFill/>
                </a:ln>
                <a:solidFill>
                  <a:schemeClr val="tx1"/>
                </a:solidFill>
                <a:effectLst/>
              </a:rPr>
            </a:br>
            <a:endParaRPr kumimoji="0" lang="pt-BR" altLang="pt-B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8227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1171852" y="1384917"/>
            <a:ext cx="7009155" cy="4509855"/>
          </a:xfrm>
          <a:prstGeom prst="rect">
            <a:avLst/>
          </a:prstGeom>
        </p:spPr>
      </p:pic>
    </p:spTree>
    <p:extLst>
      <p:ext uri="{BB962C8B-B14F-4D97-AF65-F5344CB8AC3E}">
        <p14:creationId xmlns:p14="http://schemas.microsoft.com/office/powerpoint/2010/main" val="4244625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760</TotalTime>
  <Words>851</Words>
  <Application>Microsoft Office PowerPoint</Application>
  <PresentationFormat>Apresentação na tela (4:3)</PresentationFormat>
  <Paragraphs>90</Paragraphs>
  <Slides>19</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19</vt:i4>
      </vt:variant>
    </vt:vector>
  </HeadingPairs>
  <TitlesOfParts>
    <vt:vector size="26" baseType="lpstr">
      <vt:lpstr>Aptos</vt:lpstr>
      <vt:lpstr>Arial</vt:lpstr>
      <vt:lpstr>DejaVu Sans</vt:lpstr>
      <vt:lpstr>Google Sans Text</vt:lpstr>
      <vt:lpstr>Symbol</vt:lpstr>
      <vt:lpstr>Wingdings</vt:lpstr>
      <vt:lpstr>Office Theme</vt:lpstr>
      <vt:lpstr>Inteligência Artificial Generativa: Fundamentos e Aplicações de LLMs Modelos de Linguagem de Grande Escala</vt:lpstr>
      <vt:lpstr>                                          </vt:lpstr>
      <vt:lpstr>O que vamos ver hoje? </vt:lpstr>
      <vt:lpstr> O que é Inteligência Artificial (IA)?</vt:lpstr>
      <vt:lpstr>  O que é Inteligência Artificial Generativa?</vt:lpstr>
      <vt:lpstr>  Exemplos Inteligência Artificial Generativa?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subject/>
  <dc:creator>DEPCOM</dc:creator>
  <dc:description/>
  <cp:lastModifiedBy>Gliceu</cp:lastModifiedBy>
  <cp:revision>59</cp:revision>
  <dcterms:created xsi:type="dcterms:W3CDTF">2016-02-05T12:36:21Z</dcterms:created>
  <dcterms:modified xsi:type="dcterms:W3CDTF">2026-07-02T14:35:20Z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Apresentação na tela (4:3)</vt:lpwstr>
  </property>
  <property fmtid="{D5CDD505-2E9C-101B-9397-08002B2CF9AE}" pid="9" name="ScaleCrop">
    <vt:bool>false</vt:bool>
  </property>
  <property fmtid="{D5CDD505-2E9C-101B-9397-08002B2CF9AE}" pid="10" name="ShareDoc">
    <vt:bool>false</vt:bool>
  </property>
  <property fmtid="{D5CDD505-2E9C-101B-9397-08002B2CF9AE}" pid="11" name="Slides">
    <vt:i4>2</vt:i4>
  </property>
</Properties>
</file>